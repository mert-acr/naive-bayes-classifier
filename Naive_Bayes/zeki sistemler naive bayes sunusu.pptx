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8" r:id="rId4"/>
    <p:sldId id="258" r:id="rId5"/>
    <p:sldId id="259" r:id="rId6"/>
    <p:sldId id="264" r:id="rId7"/>
    <p:sldId id="260" r:id="rId8"/>
    <p:sldId id="261" r:id="rId9"/>
    <p:sldId id="262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EA0099-7B6C-4419-AACC-CFA1502DCE8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ACEB2E-D415-4FE0-9C63-C4A9F53BB307}">
      <dgm:prSet/>
      <dgm:spPr/>
      <dgm:t>
        <a:bodyPr/>
        <a:lstStyle/>
        <a:p>
          <a:r>
            <a:rPr lang="en-GB" dirty="0" err="1"/>
            <a:t>Veriyi</a:t>
          </a:r>
          <a:r>
            <a:rPr lang="en-GB" dirty="0"/>
            <a:t> </a:t>
          </a:r>
          <a:r>
            <a:rPr lang="en-GB" dirty="0" err="1"/>
            <a:t>sınıflandırmak</a:t>
          </a:r>
          <a:r>
            <a:rPr lang="en-GB" dirty="0"/>
            <a:t> </a:t>
          </a:r>
          <a:r>
            <a:rPr lang="en-GB" dirty="0" err="1"/>
            <a:t>ve</a:t>
          </a:r>
          <a:r>
            <a:rPr lang="en-GB" dirty="0"/>
            <a:t> </a:t>
          </a:r>
          <a:r>
            <a:rPr lang="en-GB" dirty="0" err="1"/>
            <a:t>tahmin</a:t>
          </a:r>
          <a:r>
            <a:rPr lang="en-GB" dirty="0"/>
            <a:t> </a:t>
          </a:r>
          <a:r>
            <a:rPr lang="en-GB" dirty="0" err="1"/>
            <a:t>etmek</a:t>
          </a:r>
          <a:r>
            <a:rPr lang="en-GB" dirty="0"/>
            <a:t> </a:t>
          </a:r>
          <a:r>
            <a:rPr lang="en-GB" dirty="0" err="1"/>
            <a:t>için</a:t>
          </a:r>
          <a:r>
            <a:rPr lang="en-GB" dirty="0"/>
            <a:t> </a:t>
          </a:r>
          <a:r>
            <a:rPr lang="en-GB" dirty="0" err="1"/>
            <a:t>etkili</a:t>
          </a:r>
          <a:r>
            <a:rPr lang="en-GB" dirty="0"/>
            <a:t> </a:t>
          </a:r>
          <a:r>
            <a:rPr lang="en-GB" dirty="0" err="1"/>
            <a:t>bir</a:t>
          </a:r>
          <a:r>
            <a:rPr lang="en-GB" dirty="0"/>
            <a:t> </a:t>
          </a:r>
          <a:r>
            <a:rPr lang="en-GB" dirty="0" err="1"/>
            <a:t>yöntemdir</a:t>
          </a:r>
          <a:r>
            <a:rPr lang="en-US" b="0" i="0" baseline="0" dirty="0"/>
            <a:t>.</a:t>
          </a:r>
          <a:endParaRPr lang="en-US" dirty="0"/>
        </a:p>
      </dgm:t>
    </dgm:pt>
    <dgm:pt modelId="{4EC34E04-EC1D-4B0F-9B2C-57CB6E7F52C7}" type="parTrans" cxnId="{14BE94D6-58D9-4F15-994C-78F6D92DCE88}">
      <dgm:prSet/>
      <dgm:spPr/>
      <dgm:t>
        <a:bodyPr/>
        <a:lstStyle/>
        <a:p>
          <a:endParaRPr lang="en-US"/>
        </a:p>
      </dgm:t>
    </dgm:pt>
    <dgm:pt modelId="{162E6946-A8DE-4C73-9A2A-59C8025C6BC8}" type="sibTrans" cxnId="{14BE94D6-58D9-4F15-994C-78F6D92DCE88}">
      <dgm:prSet/>
      <dgm:spPr/>
      <dgm:t>
        <a:bodyPr/>
        <a:lstStyle/>
        <a:p>
          <a:endParaRPr lang="en-US"/>
        </a:p>
      </dgm:t>
    </dgm:pt>
    <dgm:pt modelId="{523E9571-0E6C-4752-8CDC-E583AAA617E0}">
      <dgm:prSet/>
      <dgm:spPr/>
      <dgm:t>
        <a:bodyPr/>
        <a:lstStyle/>
        <a:p>
          <a:r>
            <a:rPr lang="en-GB" dirty="0" err="1"/>
            <a:t>Belirsiz</a:t>
          </a:r>
          <a:r>
            <a:rPr lang="en-GB" dirty="0"/>
            <a:t> </a:t>
          </a:r>
          <a:r>
            <a:rPr lang="en-GB" dirty="0" err="1"/>
            <a:t>ya</a:t>
          </a:r>
          <a:r>
            <a:rPr lang="en-GB" dirty="0"/>
            <a:t> da </a:t>
          </a:r>
          <a:r>
            <a:rPr lang="en-GB" dirty="0" err="1"/>
            <a:t>eksik</a:t>
          </a:r>
          <a:r>
            <a:rPr lang="en-GB" dirty="0"/>
            <a:t> </a:t>
          </a:r>
          <a:r>
            <a:rPr lang="en-GB" dirty="0" err="1"/>
            <a:t>veri</a:t>
          </a:r>
          <a:r>
            <a:rPr lang="en-GB" dirty="0"/>
            <a:t> </a:t>
          </a:r>
          <a:r>
            <a:rPr lang="en-GB" dirty="0" err="1"/>
            <a:t>durumlarında</a:t>
          </a:r>
          <a:r>
            <a:rPr lang="en-GB" dirty="0"/>
            <a:t> </a:t>
          </a:r>
          <a:r>
            <a:rPr lang="en-GB" dirty="0" err="1"/>
            <a:t>olasılık</a:t>
          </a:r>
          <a:r>
            <a:rPr lang="en-GB" dirty="0"/>
            <a:t> </a:t>
          </a:r>
          <a:r>
            <a:rPr lang="en-GB" dirty="0" err="1"/>
            <a:t>tabanlı</a:t>
          </a:r>
          <a:r>
            <a:rPr lang="en-GB" dirty="0"/>
            <a:t> </a:t>
          </a:r>
          <a:r>
            <a:rPr lang="en-GB" dirty="0" err="1"/>
            <a:t>yapısı</a:t>
          </a:r>
          <a:r>
            <a:rPr lang="en-GB" dirty="0"/>
            <a:t> </a:t>
          </a:r>
          <a:r>
            <a:rPr lang="en-GB" dirty="0" err="1"/>
            <a:t>sayesinde</a:t>
          </a:r>
          <a:r>
            <a:rPr lang="en-GB" dirty="0"/>
            <a:t> </a:t>
          </a:r>
          <a:r>
            <a:rPr lang="en-GB" dirty="0" err="1"/>
            <a:t>sağlam</a:t>
          </a:r>
          <a:r>
            <a:rPr lang="en-GB" dirty="0"/>
            <a:t> </a:t>
          </a:r>
          <a:r>
            <a:rPr lang="en-GB" dirty="0" err="1"/>
            <a:t>performans</a:t>
          </a:r>
          <a:r>
            <a:rPr lang="en-GB" dirty="0"/>
            <a:t> </a:t>
          </a:r>
          <a:r>
            <a:rPr lang="en-GB" dirty="0" err="1"/>
            <a:t>sergiler</a:t>
          </a:r>
          <a:r>
            <a:rPr lang="en-GB" dirty="0"/>
            <a:t>.</a:t>
          </a:r>
          <a:endParaRPr lang="en-US" dirty="0"/>
        </a:p>
      </dgm:t>
    </dgm:pt>
    <dgm:pt modelId="{93B1FDAE-0723-471B-B9E2-4BF6578B6D2D}" type="parTrans" cxnId="{B20D302A-99AB-4A81-93EF-120944E16A6B}">
      <dgm:prSet/>
      <dgm:spPr/>
      <dgm:t>
        <a:bodyPr/>
        <a:lstStyle/>
        <a:p>
          <a:endParaRPr lang="en-US"/>
        </a:p>
      </dgm:t>
    </dgm:pt>
    <dgm:pt modelId="{9BC4CCF5-97BC-4799-874B-9B4E71D1A4D5}" type="sibTrans" cxnId="{B20D302A-99AB-4A81-93EF-120944E16A6B}">
      <dgm:prSet/>
      <dgm:spPr/>
      <dgm:t>
        <a:bodyPr/>
        <a:lstStyle/>
        <a:p>
          <a:endParaRPr lang="en-US"/>
        </a:p>
      </dgm:t>
    </dgm:pt>
    <dgm:pt modelId="{8B70EB6F-FC62-49E8-9362-29F42E6E42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 err="1"/>
            <a:t>Çeşitli</a:t>
          </a:r>
          <a:r>
            <a:rPr lang="en-GB" dirty="0"/>
            <a:t> </a:t>
          </a:r>
          <a:r>
            <a:rPr lang="en-GB" dirty="0" err="1"/>
            <a:t>sektörlerde</a:t>
          </a:r>
          <a:r>
            <a:rPr lang="en-GB" dirty="0"/>
            <a:t> </a:t>
          </a:r>
          <a:r>
            <a:rPr lang="en-GB" dirty="0" err="1"/>
            <a:t>hızlı</a:t>
          </a:r>
          <a:r>
            <a:rPr lang="en-GB" dirty="0"/>
            <a:t> </a:t>
          </a:r>
          <a:r>
            <a:rPr lang="en-GB" dirty="0" err="1"/>
            <a:t>çözüm</a:t>
          </a:r>
          <a:r>
            <a:rPr lang="en-GB" dirty="0"/>
            <a:t> </a:t>
          </a:r>
          <a:r>
            <a:rPr lang="en-GB" dirty="0" err="1"/>
            <a:t>geliştirmek</a:t>
          </a:r>
          <a:r>
            <a:rPr lang="en-GB" dirty="0"/>
            <a:t> </a:t>
          </a:r>
          <a:r>
            <a:rPr lang="en-GB" dirty="0" err="1"/>
            <a:t>için</a:t>
          </a:r>
          <a:r>
            <a:rPr lang="en-GB" dirty="0"/>
            <a:t> </a:t>
          </a:r>
          <a:r>
            <a:rPr lang="en-GB" dirty="0" err="1"/>
            <a:t>tercih</a:t>
          </a:r>
          <a:r>
            <a:rPr lang="en-GB" dirty="0"/>
            <a:t> </a:t>
          </a:r>
          <a:r>
            <a:rPr lang="en-GB" dirty="0" err="1"/>
            <a:t>edilir</a:t>
          </a:r>
          <a:r>
            <a:rPr lang="en-GB" dirty="0"/>
            <a:t>.</a:t>
          </a:r>
          <a:endParaRPr lang="en-US" dirty="0"/>
        </a:p>
      </dgm:t>
    </dgm:pt>
    <dgm:pt modelId="{3E3717AF-5E7A-4662-A5FD-805EB21797C5}" type="parTrans" cxnId="{889CF77F-A72A-4DA1-B7D7-9EA4DDAC7799}">
      <dgm:prSet/>
      <dgm:spPr/>
      <dgm:t>
        <a:bodyPr/>
        <a:lstStyle/>
        <a:p>
          <a:endParaRPr lang="en-US"/>
        </a:p>
      </dgm:t>
    </dgm:pt>
    <dgm:pt modelId="{DAFB1922-83E9-4A94-A66E-5DB10D82824B}" type="sibTrans" cxnId="{889CF77F-A72A-4DA1-B7D7-9EA4DDAC7799}">
      <dgm:prSet/>
      <dgm:spPr/>
      <dgm:t>
        <a:bodyPr/>
        <a:lstStyle/>
        <a:p>
          <a:endParaRPr lang="en-US"/>
        </a:p>
      </dgm:t>
    </dgm:pt>
    <dgm:pt modelId="{186A382F-A8B9-481B-A13F-DBB0B37FA777}">
      <dgm:prSet/>
      <dgm:spPr/>
      <dgm:t>
        <a:bodyPr/>
        <a:lstStyle/>
        <a:p>
          <a:r>
            <a:rPr lang="en-GB" dirty="0" err="1"/>
            <a:t>Eğitim</a:t>
          </a:r>
          <a:r>
            <a:rPr lang="en-GB" dirty="0"/>
            <a:t> </a:t>
          </a:r>
          <a:r>
            <a:rPr lang="en-GB" dirty="0" err="1"/>
            <a:t>verilerinden</a:t>
          </a:r>
          <a:r>
            <a:rPr lang="en-GB" dirty="0"/>
            <a:t> </a:t>
          </a:r>
          <a:r>
            <a:rPr lang="en-GB" dirty="0" err="1"/>
            <a:t>çıkarım</a:t>
          </a:r>
          <a:r>
            <a:rPr lang="en-GB" dirty="0"/>
            <a:t> </a:t>
          </a:r>
          <a:r>
            <a:rPr lang="en-GB" dirty="0" err="1"/>
            <a:t>yaparak</a:t>
          </a:r>
          <a:r>
            <a:rPr lang="en-GB" dirty="0"/>
            <a:t> yeni </a:t>
          </a:r>
          <a:r>
            <a:rPr lang="en-GB" dirty="0" err="1"/>
            <a:t>verileri</a:t>
          </a:r>
          <a:r>
            <a:rPr lang="en-GB" dirty="0"/>
            <a:t> </a:t>
          </a:r>
          <a:r>
            <a:rPr lang="en-GB" dirty="0" err="1"/>
            <a:t>analiz</a:t>
          </a:r>
          <a:r>
            <a:rPr lang="en-GB" dirty="0"/>
            <a:t> </a:t>
          </a:r>
          <a:r>
            <a:rPr lang="en-GB" dirty="0" err="1"/>
            <a:t>eder</a:t>
          </a:r>
          <a:r>
            <a:rPr lang="en-GB" dirty="0"/>
            <a:t> </a:t>
          </a:r>
          <a:r>
            <a:rPr lang="en-GB" dirty="0" err="1"/>
            <a:t>ve</a:t>
          </a:r>
          <a:r>
            <a:rPr lang="en-GB" dirty="0"/>
            <a:t> </a:t>
          </a:r>
          <a:r>
            <a:rPr lang="en-GB" dirty="0" err="1"/>
            <a:t>sınıflandırır</a:t>
          </a:r>
          <a:r>
            <a:rPr lang="en-GB" dirty="0"/>
            <a:t>.</a:t>
          </a:r>
          <a:endParaRPr lang="en-US" dirty="0"/>
        </a:p>
      </dgm:t>
    </dgm:pt>
    <dgm:pt modelId="{6C41592F-AB94-45DA-B294-058F8A6FE57D}" type="parTrans" cxnId="{ACC267A8-CB5D-4760-8C06-7642893CCAC4}">
      <dgm:prSet/>
      <dgm:spPr/>
      <dgm:t>
        <a:bodyPr/>
        <a:lstStyle/>
        <a:p>
          <a:endParaRPr lang="en-US"/>
        </a:p>
      </dgm:t>
    </dgm:pt>
    <dgm:pt modelId="{5CC79B22-4682-414E-B174-0193B7D74695}" type="sibTrans" cxnId="{ACC267A8-CB5D-4760-8C06-7642893CCAC4}">
      <dgm:prSet/>
      <dgm:spPr/>
      <dgm:t>
        <a:bodyPr/>
        <a:lstStyle/>
        <a:p>
          <a:endParaRPr lang="en-US"/>
        </a:p>
      </dgm:t>
    </dgm:pt>
    <dgm:pt modelId="{81F24E7B-A981-40FF-9F60-30FCDEFAA8FC}">
      <dgm:prSet/>
      <dgm:spPr/>
      <dgm:t>
        <a:bodyPr/>
        <a:lstStyle/>
        <a:p>
          <a:r>
            <a:rPr lang="en-GB" dirty="0" err="1"/>
            <a:t>Özellikler</a:t>
          </a:r>
          <a:r>
            <a:rPr lang="en-GB" dirty="0"/>
            <a:t> </a:t>
          </a:r>
          <a:r>
            <a:rPr lang="en-GB" dirty="0" err="1"/>
            <a:t>arasındaki</a:t>
          </a:r>
          <a:r>
            <a:rPr lang="en-GB" dirty="0"/>
            <a:t> </a:t>
          </a:r>
          <a:r>
            <a:rPr lang="en-GB" dirty="0" err="1"/>
            <a:t>bağımlılıkların</a:t>
          </a:r>
          <a:r>
            <a:rPr lang="en-GB" dirty="0"/>
            <a:t> </a:t>
          </a:r>
          <a:r>
            <a:rPr lang="en-GB" dirty="0" err="1"/>
            <a:t>düşük</a:t>
          </a:r>
          <a:r>
            <a:rPr lang="en-GB" dirty="0"/>
            <a:t> </a:t>
          </a:r>
          <a:r>
            <a:rPr lang="en-GB" dirty="0" err="1"/>
            <a:t>olduğu</a:t>
          </a:r>
          <a:r>
            <a:rPr lang="en-GB" dirty="0"/>
            <a:t> </a:t>
          </a:r>
          <a:r>
            <a:rPr lang="en-GB" dirty="0" err="1"/>
            <a:t>durumlarda</a:t>
          </a:r>
          <a:r>
            <a:rPr lang="en-GB" dirty="0"/>
            <a:t> </a:t>
          </a:r>
          <a:r>
            <a:rPr lang="en-GB" dirty="0" err="1"/>
            <a:t>daha</a:t>
          </a:r>
          <a:r>
            <a:rPr lang="en-GB" dirty="0"/>
            <a:t> </a:t>
          </a:r>
          <a:r>
            <a:rPr lang="en-GB" dirty="0" err="1"/>
            <a:t>yüksek</a:t>
          </a:r>
          <a:r>
            <a:rPr lang="en-GB" dirty="0"/>
            <a:t> </a:t>
          </a:r>
          <a:r>
            <a:rPr lang="en-GB" dirty="0" err="1"/>
            <a:t>doğruluk</a:t>
          </a:r>
          <a:r>
            <a:rPr lang="en-GB" dirty="0"/>
            <a:t> </a:t>
          </a:r>
          <a:r>
            <a:rPr lang="en-GB" dirty="0" err="1"/>
            <a:t>sağlar</a:t>
          </a:r>
          <a:r>
            <a:rPr lang="en-GB" dirty="0"/>
            <a:t>.</a:t>
          </a:r>
          <a:endParaRPr lang="en-US" dirty="0"/>
        </a:p>
      </dgm:t>
    </dgm:pt>
    <dgm:pt modelId="{C29A57F6-6C9F-4699-A450-B12449E01B31}" type="parTrans" cxnId="{9DC59494-D04A-40B3-831D-C0F9508AE0AE}">
      <dgm:prSet/>
      <dgm:spPr/>
      <dgm:t>
        <a:bodyPr/>
        <a:lstStyle/>
        <a:p>
          <a:endParaRPr lang="en-US"/>
        </a:p>
      </dgm:t>
    </dgm:pt>
    <dgm:pt modelId="{80CCB3EA-0AFB-4D17-9A9C-FEB06D9DF705}" type="sibTrans" cxnId="{9DC59494-D04A-40B3-831D-C0F9508AE0AE}">
      <dgm:prSet/>
      <dgm:spPr/>
      <dgm:t>
        <a:bodyPr/>
        <a:lstStyle/>
        <a:p>
          <a:endParaRPr lang="en-US"/>
        </a:p>
      </dgm:t>
    </dgm:pt>
    <dgm:pt modelId="{B221E259-E767-445E-B856-A03587C58D6A}" type="pres">
      <dgm:prSet presAssocID="{D5EA0099-7B6C-4419-AACC-CFA1502DCE88}" presName="vert0" presStyleCnt="0">
        <dgm:presLayoutVars>
          <dgm:dir/>
          <dgm:animOne val="branch"/>
          <dgm:animLvl val="lvl"/>
        </dgm:presLayoutVars>
      </dgm:prSet>
      <dgm:spPr/>
    </dgm:pt>
    <dgm:pt modelId="{8D20FE19-AFF0-4826-9B7D-1C2221A93B76}" type="pres">
      <dgm:prSet presAssocID="{1CACEB2E-D415-4FE0-9C63-C4A9F53BB307}" presName="thickLine" presStyleLbl="alignNode1" presStyleIdx="0" presStyleCnt="5"/>
      <dgm:spPr/>
    </dgm:pt>
    <dgm:pt modelId="{10BEA732-DFFC-420F-A64D-24D1001BAE6A}" type="pres">
      <dgm:prSet presAssocID="{1CACEB2E-D415-4FE0-9C63-C4A9F53BB307}" presName="horz1" presStyleCnt="0"/>
      <dgm:spPr/>
    </dgm:pt>
    <dgm:pt modelId="{27AC3B6F-F111-44C7-9333-DE060BB89E03}" type="pres">
      <dgm:prSet presAssocID="{1CACEB2E-D415-4FE0-9C63-C4A9F53BB307}" presName="tx1" presStyleLbl="revTx" presStyleIdx="0" presStyleCnt="5"/>
      <dgm:spPr/>
    </dgm:pt>
    <dgm:pt modelId="{BD0B20C4-79C0-4752-9F15-F803F65607FB}" type="pres">
      <dgm:prSet presAssocID="{1CACEB2E-D415-4FE0-9C63-C4A9F53BB307}" presName="vert1" presStyleCnt="0"/>
      <dgm:spPr/>
    </dgm:pt>
    <dgm:pt modelId="{08CFB0A3-4AFC-46AC-89B9-52DB384044DC}" type="pres">
      <dgm:prSet presAssocID="{523E9571-0E6C-4752-8CDC-E583AAA617E0}" presName="thickLine" presStyleLbl="alignNode1" presStyleIdx="1" presStyleCnt="5"/>
      <dgm:spPr/>
    </dgm:pt>
    <dgm:pt modelId="{D44CA45D-B6DA-40C9-962D-20E9316A73EC}" type="pres">
      <dgm:prSet presAssocID="{523E9571-0E6C-4752-8CDC-E583AAA617E0}" presName="horz1" presStyleCnt="0"/>
      <dgm:spPr/>
    </dgm:pt>
    <dgm:pt modelId="{F72ACA19-BF53-4BD7-840B-24034A4209BE}" type="pres">
      <dgm:prSet presAssocID="{523E9571-0E6C-4752-8CDC-E583AAA617E0}" presName="tx1" presStyleLbl="revTx" presStyleIdx="1" presStyleCnt="5"/>
      <dgm:spPr/>
    </dgm:pt>
    <dgm:pt modelId="{0F5F012B-22C1-4097-98DA-BA3FA1C494AE}" type="pres">
      <dgm:prSet presAssocID="{523E9571-0E6C-4752-8CDC-E583AAA617E0}" presName="vert1" presStyleCnt="0"/>
      <dgm:spPr/>
    </dgm:pt>
    <dgm:pt modelId="{C432F51F-7B48-4F91-A4A1-0391852AA4A3}" type="pres">
      <dgm:prSet presAssocID="{8B70EB6F-FC62-49E8-9362-29F42E6E4222}" presName="thickLine" presStyleLbl="alignNode1" presStyleIdx="2" presStyleCnt="5"/>
      <dgm:spPr/>
    </dgm:pt>
    <dgm:pt modelId="{D6C70B1C-5DE4-4E14-ACF2-53980BAC99BB}" type="pres">
      <dgm:prSet presAssocID="{8B70EB6F-FC62-49E8-9362-29F42E6E4222}" presName="horz1" presStyleCnt="0"/>
      <dgm:spPr/>
    </dgm:pt>
    <dgm:pt modelId="{477C6A14-95F1-4581-8E7E-49CF7C1F9CA9}" type="pres">
      <dgm:prSet presAssocID="{8B70EB6F-FC62-49E8-9362-29F42E6E4222}" presName="tx1" presStyleLbl="revTx" presStyleIdx="2" presStyleCnt="5"/>
      <dgm:spPr/>
    </dgm:pt>
    <dgm:pt modelId="{4EBA3100-137A-43AD-A8B8-6B9A9F7BA1F7}" type="pres">
      <dgm:prSet presAssocID="{8B70EB6F-FC62-49E8-9362-29F42E6E4222}" presName="vert1" presStyleCnt="0"/>
      <dgm:spPr/>
    </dgm:pt>
    <dgm:pt modelId="{5AA74C28-3886-47AC-B4AE-33E25190291A}" type="pres">
      <dgm:prSet presAssocID="{186A382F-A8B9-481B-A13F-DBB0B37FA777}" presName="thickLine" presStyleLbl="alignNode1" presStyleIdx="3" presStyleCnt="5"/>
      <dgm:spPr/>
    </dgm:pt>
    <dgm:pt modelId="{8A89184B-842B-4078-A2AB-27BF2F7B43E4}" type="pres">
      <dgm:prSet presAssocID="{186A382F-A8B9-481B-A13F-DBB0B37FA777}" presName="horz1" presStyleCnt="0"/>
      <dgm:spPr/>
    </dgm:pt>
    <dgm:pt modelId="{40201DCC-0D8E-4036-AB6D-95DAD9569816}" type="pres">
      <dgm:prSet presAssocID="{186A382F-A8B9-481B-A13F-DBB0B37FA777}" presName="tx1" presStyleLbl="revTx" presStyleIdx="3" presStyleCnt="5"/>
      <dgm:spPr/>
    </dgm:pt>
    <dgm:pt modelId="{F6E015EF-5002-4DC1-97CB-80611F852838}" type="pres">
      <dgm:prSet presAssocID="{186A382F-A8B9-481B-A13F-DBB0B37FA777}" presName="vert1" presStyleCnt="0"/>
      <dgm:spPr/>
    </dgm:pt>
    <dgm:pt modelId="{5405FF73-67FA-424F-874D-00452CF97314}" type="pres">
      <dgm:prSet presAssocID="{81F24E7B-A981-40FF-9F60-30FCDEFAA8FC}" presName="thickLine" presStyleLbl="alignNode1" presStyleIdx="4" presStyleCnt="5"/>
      <dgm:spPr/>
    </dgm:pt>
    <dgm:pt modelId="{C1CB1292-3826-4334-8912-CA951477E3BD}" type="pres">
      <dgm:prSet presAssocID="{81F24E7B-A981-40FF-9F60-30FCDEFAA8FC}" presName="horz1" presStyleCnt="0"/>
      <dgm:spPr/>
    </dgm:pt>
    <dgm:pt modelId="{867F8F1E-2BE9-4DEC-B0EC-5CEDC8DD33D2}" type="pres">
      <dgm:prSet presAssocID="{81F24E7B-A981-40FF-9F60-30FCDEFAA8FC}" presName="tx1" presStyleLbl="revTx" presStyleIdx="4" presStyleCnt="5"/>
      <dgm:spPr/>
    </dgm:pt>
    <dgm:pt modelId="{E2145F50-5B1B-44B5-BFC7-F312FF5DCE14}" type="pres">
      <dgm:prSet presAssocID="{81F24E7B-A981-40FF-9F60-30FCDEFAA8FC}" presName="vert1" presStyleCnt="0"/>
      <dgm:spPr/>
    </dgm:pt>
  </dgm:ptLst>
  <dgm:cxnLst>
    <dgm:cxn modelId="{11DA6218-3542-4EE8-BCAE-F51C106E5E2F}" type="presOf" srcId="{186A382F-A8B9-481B-A13F-DBB0B37FA777}" destId="{40201DCC-0D8E-4036-AB6D-95DAD9569816}" srcOrd="0" destOrd="0" presId="urn:microsoft.com/office/officeart/2008/layout/LinedList"/>
    <dgm:cxn modelId="{B20D302A-99AB-4A81-93EF-120944E16A6B}" srcId="{D5EA0099-7B6C-4419-AACC-CFA1502DCE88}" destId="{523E9571-0E6C-4752-8CDC-E583AAA617E0}" srcOrd="1" destOrd="0" parTransId="{93B1FDAE-0723-471B-B9E2-4BF6578B6D2D}" sibTransId="{9BC4CCF5-97BC-4799-874B-9B4E71D1A4D5}"/>
    <dgm:cxn modelId="{889CF77F-A72A-4DA1-B7D7-9EA4DDAC7799}" srcId="{D5EA0099-7B6C-4419-AACC-CFA1502DCE88}" destId="{8B70EB6F-FC62-49E8-9362-29F42E6E4222}" srcOrd="2" destOrd="0" parTransId="{3E3717AF-5E7A-4662-A5FD-805EB21797C5}" sibTransId="{DAFB1922-83E9-4A94-A66E-5DB10D82824B}"/>
    <dgm:cxn modelId="{9DC59494-D04A-40B3-831D-C0F9508AE0AE}" srcId="{D5EA0099-7B6C-4419-AACC-CFA1502DCE88}" destId="{81F24E7B-A981-40FF-9F60-30FCDEFAA8FC}" srcOrd="4" destOrd="0" parTransId="{C29A57F6-6C9F-4699-A450-B12449E01B31}" sibTransId="{80CCB3EA-0AFB-4D17-9A9C-FEB06D9DF705}"/>
    <dgm:cxn modelId="{ACC267A8-CB5D-4760-8C06-7642893CCAC4}" srcId="{D5EA0099-7B6C-4419-AACC-CFA1502DCE88}" destId="{186A382F-A8B9-481B-A13F-DBB0B37FA777}" srcOrd="3" destOrd="0" parTransId="{6C41592F-AB94-45DA-B294-058F8A6FE57D}" sibTransId="{5CC79B22-4682-414E-B174-0193B7D74695}"/>
    <dgm:cxn modelId="{C4804DBC-4911-425A-8201-DA5505A9E69B}" type="presOf" srcId="{523E9571-0E6C-4752-8CDC-E583AAA617E0}" destId="{F72ACA19-BF53-4BD7-840B-24034A4209BE}" srcOrd="0" destOrd="0" presId="urn:microsoft.com/office/officeart/2008/layout/LinedList"/>
    <dgm:cxn modelId="{5A5E12CA-2B0F-437E-9070-DB37682631D7}" type="presOf" srcId="{8B70EB6F-FC62-49E8-9362-29F42E6E4222}" destId="{477C6A14-95F1-4581-8E7E-49CF7C1F9CA9}" srcOrd="0" destOrd="0" presId="urn:microsoft.com/office/officeart/2008/layout/LinedList"/>
    <dgm:cxn modelId="{14BE94D6-58D9-4F15-994C-78F6D92DCE88}" srcId="{D5EA0099-7B6C-4419-AACC-CFA1502DCE88}" destId="{1CACEB2E-D415-4FE0-9C63-C4A9F53BB307}" srcOrd="0" destOrd="0" parTransId="{4EC34E04-EC1D-4B0F-9B2C-57CB6E7F52C7}" sibTransId="{162E6946-A8DE-4C73-9A2A-59C8025C6BC8}"/>
    <dgm:cxn modelId="{3A2424E7-A1B3-4468-B599-1E7A9B936641}" type="presOf" srcId="{D5EA0099-7B6C-4419-AACC-CFA1502DCE88}" destId="{B221E259-E767-445E-B856-A03587C58D6A}" srcOrd="0" destOrd="0" presId="urn:microsoft.com/office/officeart/2008/layout/LinedList"/>
    <dgm:cxn modelId="{CB3A1BEA-3873-4C23-9CBB-7525C7E15A35}" type="presOf" srcId="{1CACEB2E-D415-4FE0-9C63-C4A9F53BB307}" destId="{27AC3B6F-F111-44C7-9333-DE060BB89E03}" srcOrd="0" destOrd="0" presId="urn:microsoft.com/office/officeart/2008/layout/LinedList"/>
    <dgm:cxn modelId="{591736EF-47A2-4895-9A6F-4BDC8FE74349}" type="presOf" srcId="{81F24E7B-A981-40FF-9F60-30FCDEFAA8FC}" destId="{867F8F1E-2BE9-4DEC-B0EC-5CEDC8DD33D2}" srcOrd="0" destOrd="0" presId="urn:microsoft.com/office/officeart/2008/layout/LinedList"/>
    <dgm:cxn modelId="{E33DFDED-350F-4DB2-A20D-FB9960AC1D39}" type="presParOf" srcId="{B221E259-E767-445E-B856-A03587C58D6A}" destId="{8D20FE19-AFF0-4826-9B7D-1C2221A93B76}" srcOrd="0" destOrd="0" presId="urn:microsoft.com/office/officeart/2008/layout/LinedList"/>
    <dgm:cxn modelId="{CB990B5A-5C52-487A-80D5-4878B87D44FA}" type="presParOf" srcId="{B221E259-E767-445E-B856-A03587C58D6A}" destId="{10BEA732-DFFC-420F-A64D-24D1001BAE6A}" srcOrd="1" destOrd="0" presId="urn:microsoft.com/office/officeart/2008/layout/LinedList"/>
    <dgm:cxn modelId="{2B82E179-BBC0-4C9E-AB17-1E3E814CA5E0}" type="presParOf" srcId="{10BEA732-DFFC-420F-A64D-24D1001BAE6A}" destId="{27AC3B6F-F111-44C7-9333-DE060BB89E03}" srcOrd="0" destOrd="0" presId="urn:microsoft.com/office/officeart/2008/layout/LinedList"/>
    <dgm:cxn modelId="{D2C77FD2-AD05-4A35-9103-024EE9BA56D0}" type="presParOf" srcId="{10BEA732-DFFC-420F-A64D-24D1001BAE6A}" destId="{BD0B20C4-79C0-4752-9F15-F803F65607FB}" srcOrd="1" destOrd="0" presId="urn:microsoft.com/office/officeart/2008/layout/LinedList"/>
    <dgm:cxn modelId="{B8BF6068-5E98-441B-ACC5-90C464C236B0}" type="presParOf" srcId="{B221E259-E767-445E-B856-A03587C58D6A}" destId="{08CFB0A3-4AFC-46AC-89B9-52DB384044DC}" srcOrd="2" destOrd="0" presId="urn:microsoft.com/office/officeart/2008/layout/LinedList"/>
    <dgm:cxn modelId="{3F7D870A-403C-4E3F-86C8-8CC3A17F1344}" type="presParOf" srcId="{B221E259-E767-445E-B856-A03587C58D6A}" destId="{D44CA45D-B6DA-40C9-962D-20E9316A73EC}" srcOrd="3" destOrd="0" presId="urn:microsoft.com/office/officeart/2008/layout/LinedList"/>
    <dgm:cxn modelId="{2B1B1908-210C-4C72-ACF0-99B2C619777F}" type="presParOf" srcId="{D44CA45D-B6DA-40C9-962D-20E9316A73EC}" destId="{F72ACA19-BF53-4BD7-840B-24034A4209BE}" srcOrd="0" destOrd="0" presId="urn:microsoft.com/office/officeart/2008/layout/LinedList"/>
    <dgm:cxn modelId="{BA048A7C-0CE9-4095-92B7-50E30B6E0A22}" type="presParOf" srcId="{D44CA45D-B6DA-40C9-962D-20E9316A73EC}" destId="{0F5F012B-22C1-4097-98DA-BA3FA1C494AE}" srcOrd="1" destOrd="0" presId="urn:microsoft.com/office/officeart/2008/layout/LinedList"/>
    <dgm:cxn modelId="{C3ADB20F-0E91-4854-BE78-548B3D21004A}" type="presParOf" srcId="{B221E259-E767-445E-B856-A03587C58D6A}" destId="{C432F51F-7B48-4F91-A4A1-0391852AA4A3}" srcOrd="4" destOrd="0" presId="urn:microsoft.com/office/officeart/2008/layout/LinedList"/>
    <dgm:cxn modelId="{F4BA6DE5-515A-4F18-9CDE-525CE283285A}" type="presParOf" srcId="{B221E259-E767-445E-B856-A03587C58D6A}" destId="{D6C70B1C-5DE4-4E14-ACF2-53980BAC99BB}" srcOrd="5" destOrd="0" presId="urn:microsoft.com/office/officeart/2008/layout/LinedList"/>
    <dgm:cxn modelId="{1A6D9AB8-633A-4E73-9986-BA13CC617C2D}" type="presParOf" srcId="{D6C70B1C-5DE4-4E14-ACF2-53980BAC99BB}" destId="{477C6A14-95F1-4581-8E7E-49CF7C1F9CA9}" srcOrd="0" destOrd="0" presId="urn:microsoft.com/office/officeart/2008/layout/LinedList"/>
    <dgm:cxn modelId="{94CE5A62-9E35-49B1-A60B-9D573E034CC9}" type="presParOf" srcId="{D6C70B1C-5DE4-4E14-ACF2-53980BAC99BB}" destId="{4EBA3100-137A-43AD-A8B8-6B9A9F7BA1F7}" srcOrd="1" destOrd="0" presId="urn:microsoft.com/office/officeart/2008/layout/LinedList"/>
    <dgm:cxn modelId="{5C37DB7A-8B14-443E-BD4B-5BB028D726A4}" type="presParOf" srcId="{B221E259-E767-445E-B856-A03587C58D6A}" destId="{5AA74C28-3886-47AC-B4AE-33E25190291A}" srcOrd="6" destOrd="0" presId="urn:microsoft.com/office/officeart/2008/layout/LinedList"/>
    <dgm:cxn modelId="{B8CBCE8C-1BFF-4F51-A9C4-C62D637F626C}" type="presParOf" srcId="{B221E259-E767-445E-B856-A03587C58D6A}" destId="{8A89184B-842B-4078-A2AB-27BF2F7B43E4}" srcOrd="7" destOrd="0" presId="urn:microsoft.com/office/officeart/2008/layout/LinedList"/>
    <dgm:cxn modelId="{94A83847-82C5-4BBC-842A-66ECB0EEE7FC}" type="presParOf" srcId="{8A89184B-842B-4078-A2AB-27BF2F7B43E4}" destId="{40201DCC-0D8E-4036-AB6D-95DAD9569816}" srcOrd="0" destOrd="0" presId="urn:microsoft.com/office/officeart/2008/layout/LinedList"/>
    <dgm:cxn modelId="{03E1AB4C-91AF-47CC-9066-BD4F96A1C2B5}" type="presParOf" srcId="{8A89184B-842B-4078-A2AB-27BF2F7B43E4}" destId="{F6E015EF-5002-4DC1-97CB-80611F852838}" srcOrd="1" destOrd="0" presId="urn:microsoft.com/office/officeart/2008/layout/LinedList"/>
    <dgm:cxn modelId="{5D451B50-F48E-482F-8032-ED0F38D21B3C}" type="presParOf" srcId="{B221E259-E767-445E-B856-A03587C58D6A}" destId="{5405FF73-67FA-424F-874D-00452CF97314}" srcOrd="8" destOrd="0" presId="urn:microsoft.com/office/officeart/2008/layout/LinedList"/>
    <dgm:cxn modelId="{004BBA93-0E32-456B-8FAB-3A2153B56FC3}" type="presParOf" srcId="{B221E259-E767-445E-B856-A03587C58D6A}" destId="{C1CB1292-3826-4334-8912-CA951477E3BD}" srcOrd="9" destOrd="0" presId="urn:microsoft.com/office/officeart/2008/layout/LinedList"/>
    <dgm:cxn modelId="{A12E8C48-31E2-4F64-B8BF-E33E07B20DCA}" type="presParOf" srcId="{C1CB1292-3826-4334-8912-CA951477E3BD}" destId="{867F8F1E-2BE9-4DEC-B0EC-5CEDC8DD33D2}" srcOrd="0" destOrd="0" presId="urn:microsoft.com/office/officeart/2008/layout/LinedList"/>
    <dgm:cxn modelId="{D9AEE800-4848-40BD-A659-FAA3CFE25D6B}" type="presParOf" srcId="{C1CB1292-3826-4334-8912-CA951477E3BD}" destId="{E2145F50-5B1B-44B5-BFC7-F312FF5DCE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A45E49-D1D5-4C03-959E-746DBA374B4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D76CF7-37A9-4409-9915-5BCC484A14D1}">
      <dgm:prSet/>
      <dgm:spPr/>
      <dgm:t>
        <a:bodyPr/>
        <a:lstStyle/>
        <a:p>
          <a:pPr>
            <a:defRPr b="1"/>
          </a:pPr>
          <a:r>
            <a:rPr lang="en-GB" b="1"/>
            <a:t>Gaussian Naive Bayes:</a:t>
          </a:r>
          <a:endParaRPr lang="en-US"/>
        </a:p>
      </dgm:t>
    </dgm:pt>
    <dgm:pt modelId="{2997746C-CBFB-404F-9108-582CD8BA102A}" type="parTrans" cxnId="{50509C1F-7F37-4B4E-9488-58D56CB9EF92}">
      <dgm:prSet/>
      <dgm:spPr/>
      <dgm:t>
        <a:bodyPr/>
        <a:lstStyle/>
        <a:p>
          <a:endParaRPr lang="en-US"/>
        </a:p>
      </dgm:t>
    </dgm:pt>
    <dgm:pt modelId="{885F548A-9C7F-45F4-A5D1-F7F18CA01BC5}" type="sibTrans" cxnId="{50509C1F-7F37-4B4E-9488-58D56CB9EF92}">
      <dgm:prSet/>
      <dgm:spPr/>
      <dgm:t>
        <a:bodyPr/>
        <a:lstStyle/>
        <a:p>
          <a:endParaRPr lang="en-US"/>
        </a:p>
      </dgm:t>
    </dgm:pt>
    <dgm:pt modelId="{A835CFBD-B5DD-4C80-870E-08593B9A07A0}">
      <dgm:prSet/>
      <dgm:spPr/>
      <dgm:t>
        <a:bodyPr/>
        <a:lstStyle/>
        <a:p>
          <a:r>
            <a:rPr lang="en-GB"/>
            <a:t>Sürekli özelliklere sahip veri setleri için uygundur.</a:t>
          </a:r>
          <a:endParaRPr lang="en-US"/>
        </a:p>
      </dgm:t>
    </dgm:pt>
    <dgm:pt modelId="{A3873F8B-EE1D-4CB6-A7CE-965950499238}" type="parTrans" cxnId="{D5174722-8D1E-4859-A55E-12992B385572}">
      <dgm:prSet/>
      <dgm:spPr/>
      <dgm:t>
        <a:bodyPr/>
        <a:lstStyle/>
        <a:p>
          <a:endParaRPr lang="en-US"/>
        </a:p>
      </dgm:t>
    </dgm:pt>
    <dgm:pt modelId="{B80F3208-EAFA-4ABF-8B1F-E53B57573BBB}" type="sibTrans" cxnId="{D5174722-8D1E-4859-A55E-12992B385572}">
      <dgm:prSet/>
      <dgm:spPr/>
      <dgm:t>
        <a:bodyPr/>
        <a:lstStyle/>
        <a:p>
          <a:endParaRPr lang="en-US"/>
        </a:p>
      </dgm:t>
    </dgm:pt>
    <dgm:pt modelId="{2716280C-5D29-400B-A6F1-FEF5F973E7CB}">
      <dgm:prSet/>
      <dgm:spPr/>
      <dgm:t>
        <a:bodyPr/>
        <a:lstStyle/>
        <a:p>
          <a:r>
            <a:rPr lang="en-GB"/>
            <a:t>Özelliklerin normal dağılıma sahip olduğu varsayılır.</a:t>
          </a:r>
          <a:endParaRPr lang="en-US"/>
        </a:p>
      </dgm:t>
    </dgm:pt>
    <dgm:pt modelId="{F14A98D2-0270-4034-A07A-7B88DAB68C3E}" type="parTrans" cxnId="{040135FC-FDD1-411C-929F-742F6E083763}">
      <dgm:prSet/>
      <dgm:spPr/>
      <dgm:t>
        <a:bodyPr/>
        <a:lstStyle/>
        <a:p>
          <a:endParaRPr lang="en-US"/>
        </a:p>
      </dgm:t>
    </dgm:pt>
    <dgm:pt modelId="{0177FDEE-93FB-4C6D-946F-8E7AE4F84286}" type="sibTrans" cxnId="{040135FC-FDD1-411C-929F-742F6E083763}">
      <dgm:prSet/>
      <dgm:spPr/>
      <dgm:t>
        <a:bodyPr/>
        <a:lstStyle/>
        <a:p>
          <a:endParaRPr lang="en-US"/>
        </a:p>
      </dgm:t>
    </dgm:pt>
    <dgm:pt modelId="{E7BD6312-8981-424A-8866-769C5E69B9A8}">
      <dgm:prSet/>
      <dgm:spPr/>
      <dgm:t>
        <a:bodyPr/>
        <a:lstStyle/>
        <a:p>
          <a:pPr>
            <a:defRPr b="1"/>
          </a:pPr>
          <a:r>
            <a:rPr lang="en-GB" b="1"/>
            <a:t>Multinomial Naive Bayes:</a:t>
          </a:r>
          <a:endParaRPr lang="en-US"/>
        </a:p>
      </dgm:t>
    </dgm:pt>
    <dgm:pt modelId="{7645D339-D535-4DAE-9F61-78342BAAC8D4}" type="parTrans" cxnId="{402AFA6C-2BE4-4F52-BEAF-594947E5AF94}">
      <dgm:prSet/>
      <dgm:spPr/>
      <dgm:t>
        <a:bodyPr/>
        <a:lstStyle/>
        <a:p>
          <a:endParaRPr lang="en-US"/>
        </a:p>
      </dgm:t>
    </dgm:pt>
    <dgm:pt modelId="{79E47F82-EF76-48C2-A626-77516E04E253}" type="sibTrans" cxnId="{402AFA6C-2BE4-4F52-BEAF-594947E5AF94}">
      <dgm:prSet/>
      <dgm:spPr/>
      <dgm:t>
        <a:bodyPr/>
        <a:lstStyle/>
        <a:p>
          <a:endParaRPr lang="en-US"/>
        </a:p>
      </dgm:t>
    </dgm:pt>
    <dgm:pt modelId="{EE0F72E1-73F7-403C-A5F5-137B7CFFA99F}">
      <dgm:prSet/>
      <dgm:spPr/>
      <dgm:t>
        <a:bodyPr/>
        <a:lstStyle/>
        <a:p>
          <a:r>
            <a:rPr lang="en-GB"/>
            <a:t>Ayrık veri setleriyle çalışır.</a:t>
          </a:r>
          <a:endParaRPr lang="en-US"/>
        </a:p>
      </dgm:t>
    </dgm:pt>
    <dgm:pt modelId="{76EBF32B-3317-4DFB-A517-B483DA680C11}" type="parTrans" cxnId="{B0E03A13-A48E-4F9D-8463-6601D21F1589}">
      <dgm:prSet/>
      <dgm:spPr/>
      <dgm:t>
        <a:bodyPr/>
        <a:lstStyle/>
        <a:p>
          <a:endParaRPr lang="en-US"/>
        </a:p>
      </dgm:t>
    </dgm:pt>
    <dgm:pt modelId="{E85A4CBA-4DB7-4D66-881B-8CF630C80601}" type="sibTrans" cxnId="{B0E03A13-A48E-4F9D-8463-6601D21F1589}">
      <dgm:prSet/>
      <dgm:spPr/>
      <dgm:t>
        <a:bodyPr/>
        <a:lstStyle/>
        <a:p>
          <a:endParaRPr lang="en-US"/>
        </a:p>
      </dgm:t>
    </dgm:pt>
    <dgm:pt modelId="{91F7326F-24C7-4038-BA50-DE21F37AC61E}">
      <dgm:prSet/>
      <dgm:spPr/>
      <dgm:t>
        <a:bodyPr/>
        <a:lstStyle/>
        <a:p>
          <a:r>
            <a:rPr lang="en-GB"/>
            <a:t>Özellikle metin sınıflandırma, belge kategorilendirme ve kelime sıklığı analizi gibi uygulamalarda tercih edilir.</a:t>
          </a:r>
          <a:endParaRPr lang="en-US"/>
        </a:p>
      </dgm:t>
    </dgm:pt>
    <dgm:pt modelId="{2F8526C8-498B-488A-9862-5CB65D63105D}" type="parTrans" cxnId="{63C93783-275A-4438-823A-5F2A710B725C}">
      <dgm:prSet/>
      <dgm:spPr/>
      <dgm:t>
        <a:bodyPr/>
        <a:lstStyle/>
        <a:p>
          <a:endParaRPr lang="en-US"/>
        </a:p>
      </dgm:t>
    </dgm:pt>
    <dgm:pt modelId="{40525698-801B-47AC-87E1-AB7D7F4493D0}" type="sibTrans" cxnId="{63C93783-275A-4438-823A-5F2A710B725C}">
      <dgm:prSet/>
      <dgm:spPr/>
      <dgm:t>
        <a:bodyPr/>
        <a:lstStyle/>
        <a:p>
          <a:endParaRPr lang="en-US"/>
        </a:p>
      </dgm:t>
    </dgm:pt>
    <dgm:pt modelId="{003760B3-17E1-409B-8C72-2896771AB4F6}">
      <dgm:prSet/>
      <dgm:spPr/>
      <dgm:t>
        <a:bodyPr/>
        <a:lstStyle/>
        <a:p>
          <a:pPr>
            <a:defRPr b="1"/>
          </a:pPr>
          <a:r>
            <a:rPr lang="en-GB" b="1"/>
            <a:t>Bernoulli Naive Bayes:</a:t>
          </a:r>
          <a:endParaRPr lang="en-US"/>
        </a:p>
      </dgm:t>
    </dgm:pt>
    <dgm:pt modelId="{8A381F4A-BCD6-4D26-A161-CE28AA591C38}" type="parTrans" cxnId="{7D6F9978-A5F5-443E-9B85-659EF2D04B72}">
      <dgm:prSet/>
      <dgm:spPr/>
      <dgm:t>
        <a:bodyPr/>
        <a:lstStyle/>
        <a:p>
          <a:endParaRPr lang="en-US"/>
        </a:p>
      </dgm:t>
    </dgm:pt>
    <dgm:pt modelId="{8B1C2B29-D50D-42AE-B895-E2C2BDC8D655}" type="sibTrans" cxnId="{7D6F9978-A5F5-443E-9B85-659EF2D04B72}">
      <dgm:prSet/>
      <dgm:spPr/>
      <dgm:t>
        <a:bodyPr/>
        <a:lstStyle/>
        <a:p>
          <a:endParaRPr lang="en-US"/>
        </a:p>
      </dgm:t>
    </dgm:pt>
    <dgm:pt modelId="{79EC7CA8-1D51-4719-931F-725CE9D5A5D7}">
      <dgm:prSet/>
      <dgm:spPr/>
      <dgm:t>
        <a:bodyPr/>
        <a:lstStyle/>
        <a:p>
          <a:r>
            <a:rPr lang="en-GB"/>
            <a:t>İkili (binary) veri setleri için uygundur.</a:t>
          </a:r>
          <a:endParaRPr lang="en-US"/>
        </a:p>
      </dgm:t>
    </dgm:pt>
    <dgm:pt modelId="{A750D598-928C-49C3-8BAD-5E7BA1ECBC64}" type="parTrans" cxnId="{471440FC-8754-4574-88A4-8DF767092AA0}">
      <dgm:prSet/>
      <dgm:spPr/>
      <dgm:t>
        <a:bodyPr/>
        <a:lstStyle/>
        <a:p>
          <a:endParaRPr lang="en-US"/>
        </a:p>
      </dgm:t>
    </dgm:pt>
    <dgm:pt modelId="{132C4594-CBBE-4A84-AB2C-55B640409BE9}" type="sibTrans" cxnId="{471440FC-8754-4574-88A4-8DF767092AA0}">
      <dgm:prSet/>
      <dgm:spPr/>
      <dgm:t>
        <a:bodyPr/>
        <a:lstStyle/>
        <a:p>
          <a:endParaRPr lang="en-US"/>
        </a:p>
      </dgm:t>
    </dgm:pt>
    <dgm:pt modelId="{EC2ECA42-7CF8-4212-BAE7-BA56DD4DA987}">
      <dgm:prSet/>
      <dgm:spPr/>
      <dgm:t>
        <a:bodyPr/>
        <a:lstStyle/>
        <a:p>
          <a:r>
            <a:rPr lang="en-GB"/>
            <a:t>"Var-yok" veya "pozitif-negatif" sınıflandırma gibi problemleri çözmek için idealdir.</a:t>
          </a:r>
          <a:endParaRPr lang="en-US"/>
        </a:p>
      </dgm:t>
    </dgm:pt>
    <dgm:pt modelId="{D97C032D-0A49-41F8-856B-F652666646F9}" type="parTrans" cxnId="{8834B58B-61ED-4269-9B7C-8B9004AFA52D}">
      <dgm:prSet/>
      <dgm:spPr/>
      <dgm:t>
        <a:bodyPr/>
        <a:lstStyle/>
        <a:p>
          <a:endParaRPr lang="en-US"/>
        </a:p>
      </dgm:t>
    </dgm:pt>
    <dgm:pt modelId="{0E25BE81-6D74-4C21-8889-617520F0ED9A}" type="sibTrans" cxnId="{8834B58B-61ED-4269-9B7C-8B9004AFA52D}">
      <dgm:prSet/>
      <dgm:spPr/>
      <dgm:t>
        <a:bodyPr/>
        <a:lstStyle/>
        <a:p>
          <a:endParaRPr lang="en-US"/>
        </a:p>
      </dgm:t>
    </dgm:pt>
    <dgm:pt modelId="{D816BBF8-DE2D-447C-B35F-58F02014C8F1}" type="pres">
      <dgm:prSet presAssocID="{CCA45E49-D1D5-4C03-959E-746DBA374B45}" presName="root" presStyleCnt="0">
        <dgm:presLayoutVars>
          <dgm:dir/>
          <dgm:resizeHandles val="exact"/>
        </dgm:presLayoutVars>
      </dgm:prSet>
      <dgm:spPr/>
    </dgm:pt>
    <dgm:pt modelId="{60BDBD84-03A6-46AC-A139-C0D41B7636B6}" type="pres">
      <dgm:prSet presAssocID="{4BD76CF7-37A9-4409-9915-5BCC484A14D1}" presName="compNode" presStyleCnt="0"/>
      <dgm:spPr/>
    </dgm:pt>
    <dgm:pt modelId="{325D6DC6-1B52-4EDA-BBA9-7A8154B6A9F2}" type="pres">
      <dgm:prSet presAssocID="{4BD76CF7-37A9-4409-9915-5BCC484A14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ıçan"/>
        </a:ext>
      </dgm:extLst>
    </dgm:pt>
    <dgm:pt modelId="{ECFB3788-7E8B-445B-B4F3-1BCA27303770}" type="pres">
      <dgm:prSet presAssocID="{4BD76CF7-37A9-4409-9915-5BCC484A14D1}" presName="iconSpace" presStyleCnt="0"/>
      <dgm:spPr/>
    </dgm:pt>
    <dgm:pt modelId="{A015B23B-E247-4B96-962F-5787A4D45013}" type="pres">
      <dgm:prSet presAssocID="{4BD76CF7-37A9-4409-9915-5BCC484A14D1}" presName="parTx" presStyleLbl="revTx" presStyleIdx="0" presStyleCnt="6">
        <dgm:presLayoutVars>
          <dgm:chMax val="0"/>
          <dgm:chPref val="0"/>
        </dgm:presLayoutVars>
      </dgm:prSet>
      <dgm:spPr/>
    </dgm:pt>
    <dgm:pt modelId="{B63C6DAC-9535-489D-9DD1-C04D427ECF04}" type="pres">
      <dgm:prSet presAssocID="{4BD76CF7-37A9-4409-9915-5BCC484A14D1}" presName="txSpace" presStyleCnt="0"/>
      <dgm:spPr/>
    </dgm:pt>
    <dgm:pt modelId="{01E9DAC5-A9B4-4C1C-BDDA-A2C872BE55A5}" type="pres">
      <dgm:prSet presAssocID="{4BD76CF7-37A9-4409-9915-5BCC484A14D1}" presName="desTx" presStyleLbl="revTx" presStyleIdx="1" presStyleCnt="6">
        <dgm:presLayoutVars/>
      </dgm:prSet>
      <dgm:spPr/>
    </dgm:pt>
    <dgm:pt modelId="{F94B3F6C-B916-49D5-AD5D-DED521C617D9}" type="pres">
      <dgm:prSet presAssocID="{885F548A-9C7F-45F4-A5D1-F7F18CA01BC5}" presName="sibTrans" presStyleCnt="0"/>
      <dgm:spPr/>
    </dgm:pt>
    <dgm:pt modelId="{9C765840-1D00-4872-8DC2-6DCC0C07FF8B}" type="pres">
      <dgm:prSet presAssocID="{E7BD6312-8981-424A-8866-769C5E69B9A8}" presName="compNode" presStyleCnt="0"/>
      <dgm:spPr/>
    </dgm:pt>
    <dgm:pt modelId="{39DA6735-6374-48FC-B569-B61F22FA253F}" type="pres">
      <dgm:prSet presAssocID="{E7BD6312-8981-424A-8866-769C5E69B9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taplar"/>
        </a:ext>
      </dgm:extLst>
    </dgm:pt>
    <dgm:pt modelId="{17F24BAF-0959-4BD1-895B-D3BE6603A46C}" type="pres">
      <dgm:prSet presAssocID="{E7BD6312-8981-424A-8866-769C5E69B9A8}" presName="iconSpace" presStyleCnt="0"/>
      <dgm:spPr/>
    </dgm:pt>
    <dgm:pt modelId="{1145B2B9-A5F4-4B48-BF47-973C8A0F1AF8}" type="pres">
      <dgm:prSet presAssocID="{E7BD6312-8981-424A-8866-769C5E69B9A8}" presName="parTx" presStyleLbl="revTx" presStyleIdx="2" presStyleCnt="6">
        <dgm:presLayoutVars>
          <dgm:chMax val="0"/>
          <dgm:chPref val="0"/>
        </dgm:presLayoutVars>
      </dgm:prSet>
      <dgm:spPr/>
    </dgm:pt>
    <dgm:pt modelId="{69A91B93-002D-4031-BBF4-0B5EF0974572}" type="pres">
      <dgm:prSet presAssocID="{E7BD6312-8981-424A-8866-769C5E69B9A8}" presName="txSpace" presStyleCnt="0"/>
      <dgm:spPr/>
    </dgm:pt>
    <dgm:pt modelId="{683EE546-EC84-4A18-9E2B-F6C5854EFB87}" type="pres">
      <dgm:prSet presAssocID="{E7BD6312-8981-424A-8866-769C5E69B9A8}" presName="desTx" presStyleLbl="revTx" presStyleIdx="3" presStyleCnt="6">
        <dgm:presLayoutVars/>
      </dgm:prSet>
      <dgm:spPr/>
    </dgm:pt>
    <dgm:pt modelId="{D351E031-68E6-4559-8522-BAB5E9304C59}" type="pres">
      <dgm:prSet presAssocID="{79E47F82-EF76-48C2-A626-77516E04E253}" presName="sibTrans" presStyleCnt="0"/>
      <dgm:spPr/>
    </dgm:pt>
    <dgm:pt modelId="{D89EBB65-1FAB-4AE4-9EAD-D634EE886D99}" type="pres">
      <dgm:prSet presAssocID="{003760B3-17E1-409B-8C72-2896771AB4F6}" presName="compNode" presStyleCnt="0"/>
      <dgm:spPr/>
    </dgm:pt>
    <dgm:pt modelId="{D3653B3C-402F-4D5C-BE02-238A25C9C6B0}" type="pres">
      <dgm:prSet presAssocID="{003760B3-17E1-409B-8C72-2896771AB4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2F4054D5-1083-40FF-B283-928F9D504CA7}" type="pres">
      <dgm:prSet presAssocID="{003760B3-17E1-409B-8C72-2896771AB4F6}" presName="iconSpace" presStyleCnt="0"/>
      <dgm:spPr/>
    </dgm:pt>
    <dgm:pt modelId="{22035030-0A45-45D5-BE5D-B2F7729DD177}" type="pres">
      <dgm:prSet presAssocID="{003760B3-17E1-409B-8C72-2896771AB4F6}" presName="parTx" presStyleLbl="revTx" presStyleIdx="4" presStyleCnt="6">
        <dgm:presLayoutVars>
          <dgm:chMax val="0"/>
          <dgm:chPref val="0"/>
        </dgm:presLayoutVars>
      </dgm:prSet>
      <dgm:spPr/>
    </dgm:pt>
    <dgm:pt modelId="{C3148321-8F86-4520-A299-EFA948859065}" type="pres">
      <dgm:prSet presAssocID="{003760B3-17E1-409B-8C72-2896771AB4F6}" presName="txSpace" presStyleCnt="0"/>
      <dgm:spPr/>
    </dgm:pt>
    <dgm:pt modelId="{9D8D93BC-A9D7-4DFE-800F-A3D970FDCDBC}" type="pres">
      <dgm:prSet presAssocID="{003760B3-17E1-409B-8C72-2896771AB4F6}" presName="desTx" presStyleLbl="revTx" presStyleIdx="5" presStyleCnt="6">
        <dgm:presLayoutVars/>
      </dgm:prSet>
      <dgm:spPr/>
    </dgm:pt>
  </dgm:ptLst>
  <dgm:cxnLst>
    <dgm:cxn modelId="{E7642308-2D9C-4960-B2CC-42EBD583C3FE}" type="presOf" srcId="{A835CFBD-B5DD-4C80-870E-08593B9A07A0}" destId="{01E9DAC5-A9B4-4C1C-BDDA-A2C872BE55A5}" srcOrd="0" destOrd="0" presId="urn:microsoft.com/office/officeart/2018/2/layout/IconLabelDescriptionList"/>
    <dgm:cxn modelId="{53F0900C-49E2-4121-9C37-24C76769D1B3}" type="presOf" srcId="{79EC7CA8-1D51-4719-931F-725CE9D5A5D7}" destId="{9D8D93BC-A9D7-4DFE-800F-A3D970FDCDBC}" srcOrd="0" destOrd="0" presId="urn:microsoft.com/office/officeart/2018/2/layout/IconLabelDescriptionList"/>
    <dgm:cxn modelId="{B0E03A13-A48E-4F9D-8463-6601D21F1589}" srcId="{E7BD6312-8981-424A-8866-769C5E69B9A8}" destId="{EE0F72E1-73F7-403C-A5F5-137B7CFFA99F}" srcOrd="0" destOrd="0" parTransId="{76EBF32B-3317-4DFB-A517-B483DA680C11}" sibTransId="{E85A4CBA-4DB7-4D66-881B-8CF630C80601}"/>
    <dgm:cxn modelId="{232A781F-7727-4029-BD19-2BF7C37A17AA}" type="presOf" srcId="{EC2ECA42-7CF8-4212-BAE7-BA56DD4DA987}" destId="{9D8D93BC-A9D7-4DFE-800F-A3D970FDCDBC}" srcOrd="0" destOrd="1" presId="urn:microsoft.com/office/officeart/2018/2/layout/IconLabelDescriptionList"/>
    <dgm:cxn modelId="{50509C1F-7F37-4B4E-9488-58D56CB9EF92}" srcId="{CCA45E49-D1D5-4C03-959E-746DBA374B45}" destId="{4BD76CF7-37A9-4409-9915-5BCC484A14D1}" srcOrd="0" destOrd="0" parTransId="{2997746C-CBFB-404F-9108-582CD8BA102A}" sibTransId="{885F548A-9C7F-45F4-A5D1-F7F18CA01BC5}"/>
    <dgm:cxn modelId="{D5174722-8D1E-4859-A55E-12992B385572}" srcId="{4BD76CF7-37A9-4409-9915-5BCC484A14D1}" destId="{A835CFBD-B5DD-4C80-870E-08593B9A07A0}" srcOrd="0" destOrd="0" parTransId="{A3873F8B-EE1D-4CB6-A7CE-965950499238}" sibTransId="{B80F3208-EAFA-4ABF-8B1F-E53B57573BBB}"/>
    <dgm:cxn modelId="{A289F824-2184-44A6-BADA-925A2660C8AA}" type="presOf" srcId="{003760B3-17E1-409B-8C72-2896771AB4F6}" destId="{22035030-0A45-45D5-BE5D-B2F7729DD177}" srcOrd="0" destOrd="0" presId="urn:microsoft.com/office/officeart/2018/2/layout/IconLabelDescriptionList"/>
    <dgm:cxn modelId="{402AFA6C-2BE4-4F52-BEAF-594947E5AF94}" srcId="{CCA45E49-D1D5-4C03-959E-746DBA374B45}" destId="{E7BD6312-8981-424A-8866-769C5E69B9A8}" srcOrd="1" destOrd="0" parTransId="{7645D339-D535-4DAE-9F61-78342BAAC8D4}" sibTransId="{79E47F82-EF76-48C2-A626-77516E04E253}"/>
    <dgm:cxn modelId="{7D6F9978-A5F5-443E-9B85-659EF2D04B72}" srcId="{CCA45E49-D1D5-4C03-959E-746DBA374B45}" destId="{003760B3-17E1-409B-8C72-2896771AB4F6}" srcOrd="2" destOrd="0" parTransId="{8A381F4A-BCD6-4D26-A161-CE28AA591C38}" sibTransId="{8B1C2B29-D50D-42AE-B895-E2C2BDC8D655}"/>
    <dgm:cxn modelId="{63C93783-275A-4438-823A-5F2A710B725C}" srcId="{E7BD6312-8981-424A-8866-769C5E69B9A8}" destId="{91F7326F-24C7-4038-BA50-DE21F37AC61E}" srcOrd="1" destOrd="0" parTransId="{2F8526C8-498B-488A-9862-5CB65D63105D}" sibTransId="{40525698-801B-47AC-87E1-AB7D7F4493D0}"/>
    <dgm:cxn modelId="{8834B58B-61ED-4269-9B7C-8B9004AFA52D}" srcId="{003760B3-17E1-409B-8C72-2896771AB4F6}" destId="{EC2ECA42-7CF8-4212-BAE7-BA56DD4DA987}" srcOrd="1" destOrd="0" parTransId="{D97C032D-0A49-41F8-856B-F652666646F9}" sibTransId="{0E25BE81-6D74-4C21-8889-617520F0ED9A}"/>
    <dgm:cxn modelId="{C1D6928E-5CFF-469A-8DF1-83BA512BE348}" type="presOf" srcId="{4BD76CF7-37A9-4409-9915-5BCC484A14D1}" destId="{A015B23B-E247-4B96-962F-5787A4D45013}" srcOrd="0" destOrd="0" presId="urn:microsoft.com/office/officeart/2018/2/layout/IconLabelDescriptionList"/>
    <dgm:cxn modelId="{435AA8B3-BAAC-45C3-A680-28A058069755}" type="presOf" srcId="{EE0F72E1-73F7-403C-A5F5-137B7CFFA99F}" destId="{683EE546-EC84-4A18-9E2B-F6C5854EFB87}" srcOrd="0" destOrd="0" presId="urn:microsoft.com/office/officeart/2018/2/layout/IconLabelDescriptionList"/>
    <dgm:cxn modelId="{19D8A7C1-3896-47D2-9237-013B53EF9911}" type="presOf" srcId="{CCA45E49-D1D5-4C03-959E-746DBA374B45}" destId="{D816BBF8-DE2D-447C-B35F-58F02014C8F1}" srcOrd="0" destOrd="0" presId="urn:microsoft.com/office/officeart/2018/2/layout/IconLabelDescriptionList"/>
    <dgm:cxn modelId="{62F046C3-D221-49B9-A728-98B0A9054239}" type="presOf" srcId="{E7BD6312-8981-424A-8866-769C5E69B9A8}" destId="{1145B2B9-A5F4-4B48-BF47-973C8A0F1AF8}" srcOrd="0" destOrd="0" presId="urn:microsoft.com/office/officeart/2018/2/layout/IconLabelDescriptionList"/>
    <dgm:cxn modelId="{9FFE87D0-29B3-4CE6-B0AA-F4406273102F}" type="presOf" srcId="{2716280C-5D29-400B-A6F1-FEF5F973E7CB}" destId="{01E9DAC5-A9B4-4C1C-BDDA-A2C872BE55A5}" srcOrd="0" destOrd="1" presId="urn:microsoft.com/office/officeart/2018/2/layout/IconLabelDescriptionList"/>
    <dgm:cxn modelId="{040135FC-FDD1-411C-929F-742F6E083763}" srcId="{4BD76CF7-37A9-4409-9915-5BCC484A14D1}" destId="{2716280C-5D29-400B-A6F1-FEF5F973E7CB}" srcOrd="1" destOrd="0" parTransId="{F14A98D2-0270-4034-A07A-7B88DAB68C3E}" sibTransId="{0177FDEE-93FB-4C6D-946F-8E7AE4F84286}"/>
    <dgm:cxn modelId="{471440FC-8754-4574-88A4-8DF767092AA0}" srcId="{003760B3-17E1-409B-8C72-2896771AB4F6}" destId="{79EC7CA8-1D51-4719-931F-725CE9D5A5D7}" srcOrd="0" destOrd="0" parTransId="{A750D598-928C-49C3-8BAD-5E7BA1ECBC64}" sibTransId="{132C4594-CBBE-4A84-AB2C-55B640409BE9}"/>
    <dgm:cxn modelId="{39FAB0FD-936C-4B6B-AAB9-800086314AEA}" type="presOf" srcId="{91F7326F-24C7-4038-BA50-DE21F37AC61E}" destId="{683EE546-EC84-4A18-9E2B-F6C5854EFB87}" srcOrd="0" destOrd="1" presId="urn:microsoft.com/office/officeart/2018/2/layout/IconLabelDescriptionList"/>
    <dgm:cxn modelId="{33803A73-A798-4974-BF6E-B42287019433}" type="presParOf" srcId="{D816BBF8-DE2D-447C-B35F-58F02014C8F1}" destId="{60BDBD84-03A6-46AC-A139-C0D41B7636B6}" srcOrd="0" destOrd="0" presId="urn:microsoft.com/office/officeart/2018/2/layout/IconLabelDescriptionList"/>
    <dgm:cxn modelId="{25A37464-FF66-4DED-B13F-C9E650BFC2B0}" type="presParOf" srcId="{60BDBD84-03A6-46AC-A139-C0D41B7636B6}" destId="{325D6DC6-1B52-4EDA-BBA9-7A8154B6A9F2}" srcOrd="0" destOrd="0" presId="urn:microsoft.com/office/officeart/2018/2/layout/IconLabelDescriptionList"/>
    <dgm:cxn modelId="{C5C089D2-EB7D-4B49-9A20-001C0F36BCFB}" type="presParOf" srcId="{60BDBD84-03A6-46AC-A139-C0D41B7636B6}" destId="{ECFB3788-7E8B-445B-B4F3-1BCA27303770}" srcOrd="1" destOrd="0" presId="urn:microsoft.com/office/officeart/2018/2/layout/IconLabelDescriptionList"/>
    <dgm:cxn modelId="{9C1ABDAD-277F-4F55-BD83-EA93359EE20B}" type="presParOf" srcId="{60BDBD84-03A6-46AC-A139-C0D41B7636B6}" destId="{A015B23B-E247-4B96-962F-5787A4D45013}" srcOrd="2" destOrd="0" presId="urn:microsoft.com/office/officeart/2018/2/layout/IconLabelDescriptionList"/>
    <dgm:cxn modelId="{E84C4B0D-B209-41AB-94F8-251AA6EE13B9}" type="presParOf" srcId="{60BDBD84-03A6-46AC-A139-C0D41B7636B6}" destId="{B63C6DAC-9535-489D-9DD1-C04D427ECF04}" srcOrd="3" destOrd="0" presId="urn:microsoft.com/office/officeart/2018/2/layout/IconLabelDescriptionList"/>
    <dgm:cxn modelId="{5A82687E-25A5-4BA2-8083-274372EB37DD}" type="presParOf" srcId="{60BDBD84-03A6-46AC-A139-C0D41B7636B6}" destId="{01E9DAC5-A9B4-4C1C-BDDA-A2C872BE55A5}" srcOrd="4" destOrd="0" presId="urn:microsoft.com/office/officeart/2018/2/layout/IconLabelDescriptionList"/>
    <dgm:cxn modelId="{B816A0BC-E4B5-40E3-9C5C-00B686BC201A}" type="presParOf" srcId="{D816BBF8-DE2D-447C-B35F-58F02014C8F1}" destId="{F94B3F6C-B916-49D5-AD5D-DED521C617D9}" srcOrd="1" destOrd="0" presId="urn:microsoft.com/office/officeart/2018/2/layout/IconLabelDescriptionList"/>
    <dgm:cxn modelId="{BC16636D-13EF-4D85-A8BD-85FEF804EC52}" type="presParOf" srcId="{D816BBF8-DE2D-447C-B35F-58F02014C8F1}" destId="{9C765840-1D00-4872-8DC2-6DCC0C07FF8B}" srcOrd="2" destOrd="0" presId="urn:microsoft.com/office/officeart/2018/2/layout/IconLabelDescriptionList"/>
    <dgm:cxn modelId="{AD2B806D-B388-4A0B-8193-B6179B1D9CCF}" type="presParOf" srcId="{9C765840-1D00-4872-8DC2-6DCC0C07FF8B}" destId="{39DA6735-6374-48FC-B569-B61F22FA253F}" srcOrd="0" destOrd="0" presId="urn:microsoft.com/office/officeart/2018/2/layout/IconLabelDescriptionList"/>
    <dgm:cxn modelId="{35F07B2B-BF4A-4F6D-A457-529DFE981B55}" type="presParOf" srcId="{9C765840-1D00-4872-8DC2-6DCC0C07FF8B}" destId="{17F24BAF-0959-4BD1-895B-D3BE6603A46C}" srcOrd="1" destOrd="0" presId="urn:microsoft.com/office/officeart/2018/2/layout/IconLabelDescriptionList"/>
    <dgm:cxn modelId="{F022D838-BF10-4E96-9E70-4510724C14FA}" type="presParOf" srcId="{9C765840-1D00-4872-8DC2-6DCC0C07FF8B}" destId="{1145B2B9-A5F4-4B48-BF47-973C8A0F1AF8}" srcOrd="2" destOrd="0" presId="urn:microsoft.com/office/officeart/2018/2/layout/IconLabelDescriptionList"/>
    <dgm:cxn modelId="{7C197209-780A-4140-A366-50C9FC828101}" type="presParOf" srcId="{9C765840-1D00-4872-8DC2-6DCC0C07FF8B}" destId="{69A91B93-002D-4031-BBF4-0B5EF0974572}" srcOrd="3" destOrd="0" presId="urn:microsoft.com/office/officeart/2018/2/layout/IconLabelDescriptionList"/>
    <dgm:cxn modelId="{581F7C95-C178-443A-84FD-4EC12C6E4A7C}" type="presParOf" srcId="{9C765840-1D00-4872-8DC2-6DCC0C07FF8B}" destId="{683EE546-EC84-4A18-9E2B-F6C5854EFB87}" srcOrd="4" destOrd="0" presId="urn:microsoft.com/office/officeart/2018/2/layout/IconLabelDescriptionList"/>
    <dgm:cxn modelId="{1F1DCFE0-7994-4C64-8E1D-38ECF3CB685D}" type="presParOf" srcId="{D816BBF8-DE2D-447C-B35F-58F02014C8F1}" destId="{D351E031-68E6-4559-8522-BAB5E9304C59}" srcOrd="3" destOrd="0" presId="urn:microsoft.com/office/officeart/2018/2/layout/IconLabelDescriptionList"/>
    <dgm:cxn modelId="{189A75BC-439F-4BD4-A974-D1BF77684400}" type="presParOf" srcId="{D816BBF8-DE2D-447C-B35F-58F02014C8F1}" destId="{D89EBB65-1FAB-4AE4-9EAD-D634EE886D99}" srcOrd="4" destOrd="0" presId="urn:microsoft.com/office/officeart/2018/2/layout/IconLabelDescriptionList"/>
    <dgm:cxn modelId="{C953DC56-573B-4CD3-820A-C91C64E23521}" type="presParOf" srcId="{D89EBB65-1FAB-4AE4-9EAD-D634EE886D99}" destId="{D3653B3C-402F-4D5C-BE02-238A25C9C6B0}" srcOrd="0" destOrd="0" presId="urn:microsoft.com/office/officeart/2018/2/layout/IconLabelDescriptionList"/>
    <dgm:cxn modelId="{CDB3C4AC-3CBA-4E50-96CE-022091EBCFB0}" type="presParOf" srcId="{D89EBB65-1FAB-4AE4-9EAD-D634EE886D99}" destId="{2F4054D5-1083-40FF-B283-928F9D504CA7}" srcOrd="1" destOrd="0" presId="urn:microsoft.com/office/officeart/2018/2/layout/IconLabelDescriptionList"/>
    <dgm:cxn modelId="{C149CF05-9741-4B0C-A0DC-D38E3326F73E}" type="presParOf" srcId="{D89EBB65-1FAB-4AE4-9EAD-D634EE886D99}" destId="{22035030-0A45-45D5-BE5D-B2F7729DD177}" srcOrd="2" destOrd="0" presId="urn:microsoft.com/office/officeart/2018/2/layout/IconLabelDescriptionList"/>
    <dgm:cxn modelId="{C61E9727-0476-4B17-B8F3-D924858075EC}" type="presParOf" srcId="{D89EBB65-1FAB-4AE4-9EAD-D634EE886D99}" destId="{C3148321-8F86-4520-A299-EFA948859065}" srcOrd="3" destOrd="0" presId="urn:microsoft.com/office/officeart/2018/2/layout/IconLabelDescriptionList"/>
    <dgm:cxn modelId="{8AAF4E39-CAF3-4A64-B6CD-18C8680D8C1D}" type="presParOf" srcId="{D89EBB65-1FAB-4AE4-9EAD-D634EE886D99}" destId="{9D8D93BC-A9D7-4DFE-800F-A3D970FDCDB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C2364A-150B-4F6A-B074-3204B5D329F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295F68-32D3-407D-842A-1B2A2C95514D}">
      <dgm:prSet/>
      <dgm:spPr/>
      <dgm:t>
        <a:bodyPr/>
        <a:lstStyle/>
        <a:p>
          <a:pPr>
            <a:defRPr b="1"/>
          </a:pPr>
          <a:r>
            <a:rPr lang="en-GB" b="1"/>
            <a:t>Adım 1:</a:t>
          </a:r>
          <a:r>
            <a:rPr lang="en-GB"/>
            <a:t> Eğitim veri setinde kelime frekansları ve olasılıklar hesaplanır.</a:t>
          </a:r>
          <a:endParaRPr lang="en-US"/>
        </a:p>
      </dgm:t>
    </dgm:pt>
    <dgm:pt modelId="{E77580F4-9701-4E98-9F24-E23E031BEADF}" type="parTrans" cxnId="{2CD1AB8D-3F69-420C-9D44-76714E40BF66}">
      <dgm:prSet/>
      <dgm:spPr/>
      <dgm:t>
        <a:bodyPr/>
        <a:lstStyle/>
        <a:p>
          <a:endParaRPr lang="en-US"/>
        </a:p>
      </dgm:t>
    </dgm:pt>
    <dgm:pt modelId="{98F34578-FDE3-4634-B759-1143E5000DCE}" type="sibTrans" cxnId="{2CD1AB8D-3F69-420C-9D44-76714E40BF66}">
      <dgm:prSet/>
      <dgm:spPr/>
      <dgm:t>
        <a:bodyPr/>
        <a:lstStyle/>
        <a:p>
          <a:endParaRPr lang="en-US"/>
        </a:p>
      </dgm:t>
    </dgm:pt>
    <dgm:pt modelId="{614454D9-50CE-4B4A-937B-8C5FE2867047}">
      <dgm:prSet custT="1"/>
      <dgm:spPr/>
      <dgm:t>
        <a:bodyPr/>
        <a:lstStyle/>
        <a:p>
          <a:r>
            <a:rPr lang="en-GB" sz="1400" dirty="0" err="1"/>
            <a:t>Örneğin</a:t>
          </a:r>
          <a:r>
            <a:rPr lang="en-GB" sz="1400" dirty="0"/>
            <a:t>: "Bu film </a:t>
          </a:r>
          <a:r>
            <a:rPr lang="en-GB" sz="1400" dirty="0" err="1"/>
            <a:t>harika</a:t>
          </a:r>
          <a:r>
            <a:rPr lang="en-GB" sz="1400" dirty="0"/>
            <a:t>" </a:t>
          </a:r>
          <a:r>
            <a:rPr lang="en-GB" sz="1400" dirty="0" err="1"/>
            <a:t>ve</a:t>
          </a:r>
          <a:r>
            <a:rPr lang="en-GB" sz="1400" dirty="0"/>
            <a:t> "Film </a:t>
          </a:r>
          <a:r>
            <a:rPr lang="en-GB" sz="1400" dirty="0" err="1"/>
            <a:t>berbattı</a:t>
          </a:r>
          <a:r>
            <a:rPr lang="en-GB" sz="1400" dirty="0"/>
            <a:t>" </a:t>
          </a:r>
          <a:r>
            <a:rPr lang="en-GB" sz="1400" dirty="0" err="1"/>
            <a:t>gibi</a:t>
          </a:r>
          <a:r>
            <a:rPr lang="en-GB" sz="1400" dirty="0"/>
            <a:t> </a:t>
          </a:r>
          <a:r>
            <a:rPr lang="en-GB" sz="1400" dirty="0" err="1"/>
            <a:t>ifadeler</a:t>
          </a:r>
          <a:r>
            <a:rPr lang="en-GB" sz="1400" dirty="0"/>
            <a:t>.</a:t>
          </a:r>
          <a:endParaRPr lang="en-US" sz="1400" dirty="0"/>
        </a:p>
      </dgm:t>
    </dgm:pt>
    <dgm:pt modelId="{9DC4C842-FEA0-46F0-B6C9-0334F69B1EE2}" type="parTrans" cxnId="{7D3AF20C-765A-4D8D-AF6B-EDFCA0F17D87}">
      <dgm:prSet/>
      <dgm:spPr/>
      <dgm:t>
        <a:bodyPr/>
        <a:lstStyle/>
        <a:p>
          <a:endParaRPr lang="en-US"/>
        </a:p>
      </dgm:t>
    </dgm:pt>
    <dgm:pt modelId="{5D675289-2580-4FDA-974E-08F86D9303A5}" type="sibTrans" cxnId="{7D3AF20C-765A-4D8D-AF6B-EDFCA0F17D87}">
      <dgm:prSet/>
      <dgm:spPr/>
      <dgm:t>
        <a:bodyPr/>
        <a:lstStyle/>
        <a:p>
          <a:endParaRPr lang="en-US"/>
        </a:p>
      </dgm:t>
    </dgm:pt>
    <dgm:pt modelId="{880F9A7C-A73C-43DC-B71A-55B8428C9C9B}">
      <dgm:prSet/>
      <dgm:spPr/>
      <dgm:t>
        <a:bodyPr/>
        <a:lstStyle/>
        <a:p>
          <a:pPr>
            <a:defRPr b="1"/>
          </a:pPr>
          <a:r>
            <a:rPr lang="en-GB" b="1" dirty="0" err="1"/>
            <a:t>Adım</a:t>
          </a:r>
          <a:r>
            <a:rPr lang="en-GB" b="1" dirty="0"/>
            <a:t> 2:</a:t>
          </a:r>
          <a:r>
            <a:rPr lang="en-GB" dirty="0"/>
            <a:t> Yeni </a:t>
          </a:r>
          <a:r>
            <a:rPr lang="en-GB" dirty="0" err="1"/>
            <a:t>bir</a:t>
          </a:r>
          <a:r>
            <a:rPr lang="en-GB" dirty="0"/>
            <a:t> </a:t>
          </a:r>
          <a:r>
            <a:rPr lang="en-GB" dirty="0" err="1"/>
            <a:t>metin</a:t>
          </a:r>
          <a:r>
            <a:rPr lang="en-GB" dirty="0"/>
            <a:t> </a:t>
          </a:r>
          <a:r>
            <a:rPr lang="en-GB" dirty="0" err="1"/>
            <a:t>sınıflandırılır</a:t>
          </a:r>
          <a:r>
            <a:rPr lang="en-GB" dirty="0"/>
            <a:t>.</a:t>
          </a:r>
          <a:endParaRPr lang="en-US" dirty="0"/>
        </a:p>
      </dgm:t>
    </dgm:pt>
    <dgm:pt modelId="{9FB04245-4A19-44A8-8AD6-B79447BCF418}" type="parTrans" cxnId="{43D64A5E-982B-42F7-8F89-67D5E9ADCC57}">
      <dgm:prSet/>
      <dgm:spPr/>
      <dgm:t>
        <a:bodyPr/>
        <a:lstStyle/>
        <a:p>
          <a:endParaRPr lang="en-US"/>
        </a:p>
      </dgm:t>
    </dgm:pt>
    <dgm:pt modelId="{BDCC6733-A157-4A2A-9619-7957232451F9}" type="sibTrans" cxnId="{43D64A5E-982B-42F7-8F89-67D5E9ADCC57}">
      <dgm:prSet/>
      <dgm:spPr/>
      <dgm:t>
        <a:bodyPr/>
        <a:lstStyle/>
        <a:p>
          <a:endParaRPr lang="en-US"/>
        </a:p>
      </dgm:t>
    </dgm:pt>
    <dgm:pt modelId="{CF10040B-DF1B-44DA-8B8F-C7C42F6EFAA8}">
      <dgm:prSet custT="1"/>
      <dgm:spPr/>
      <dgm:t>
        <a:bodyPr/>
        <a:lstStyle/>
        <a:p>
          <a:r>
            <a:rPr lang="en-GB" sz="1400" dirty="0" err="1"/>
            <a:t>Örnek</a:t>
          </a:r>
          <a:r>
            <a:rPr lang="en-GB" sz="1400" dirty="0"/>
            <a:t>: "Bu </a:t>
          </a:r>
          <a:r>
            <a:rPr lang="en-GB" sz="1400" dirty="0" err="1"/>
            <a:t>çok</a:t>
          </a:r>
          <a:r>
            <a:rPr lang="en-GB" sz="1400" dirty="0"/>
            <a:t> iyi </a:t>
          </a:r>
          <a:r>
            <a:rPr lang="en-GB" sz="1400" dirty="0" err="1"/>
            <a:t>bir</a:t>
          </a:r>
          <a:r>
            <a:rPr lang="en-GB" sz="1400" dirty="0"/>
            <a:t> </a:t>
          </a:r>
          <a:r>
            <a:rPr lang="en-GB" sz="1400" dirty="0" err="1"/>
            <a:t>filmdi</a:t>
          </a:r>
          <a:r>
            <a:rPr lang="en-GB" sz="1400" dirty="0"/>
            <a:t>" </a:t>
          </a:r>
          <a:r>
            <a:rPr lang="en-GB" sz="1400" dirty="0" err="1"/>
            <a:t>cümlesi</a:t>
          </a:r>
          <a:r>
            <a:rPr lang="en-GB" sz="1400" dirty="0"/>
            <a:t>.</a:t>
          </a:r>
          <a:endParaRPr lang="en-US" sz="1400" dirty="0"/>
        </a:p>
      </dgm:t>
    </dgm:pt>
    <dgm:pt modelId="{45F1EA33-EA9E-4FA4-9374-0F41C4004BFA}" type="parTrans" cxnId="{097AB4C6-8834-4C40-9E76-FC010C00019F}">
      <dgm:prSet/>
      <dgm:spPr/>
      <dgm:t>
        <a:bodyPr/>
        <a:lstStyle/>
        <a:p>
          <a:endParaRPr lang="en-US"/>
        </a:p>
      </dgm:t>
    </dgm:pt>
    <dgm:pt modelId="{AB0848F0-9C98-4BFB-93D9-459F45B9CB9D}" type="sibTrans" cxnId="{097AB4C6-8834-4C40-9E76-FC010C00019F}">
      <dgm:prSet/>
      <dgm:spPr/>
      <dgm:t>
        <a:bodyPr/>
        <a:lstStyle/>
        <a:p>
          <a:endParaRPr lang="en-US"/>
        </a:p>
      </dgm:t>
    </dgm:pt>
    <dgm:pt modelId="{2BE5A083-F9AE-4DA8-A273-E2E92DB603DB}">
      <dgm:prSet/>
      <dgm:spPr/>
      <dgm:t>
        <a:bodyPr/>
        <a:lstStyle/>
        <a:p>
          <a:pPr>
            <a:defRPr b="1"/>
          </a:pPr>
          <a:r>
            <a:rPr lang="en-GB" b="1" dirty="0" err="1"/>
            <a:t>Adım</a:t>
          </a:r>
          <a:r>
            <a:rPr lang="en-GB" b="1" dirty="0"/>
            <a:t> 3:</a:t>
          </a:r>
          <a:endParaRPr lang="en-US" dirty="0"/>
        </a:p>
      </dgm:t>
    </dgm:pt>
    <dgm:pt modelId="{B1437274-393B-4871-88DC-5F7EBC20D89A}" type="parTrans" cxnId="{BE1C48D0-FF72-44F5-B283-D23A2FBCD968}">
      <dgm:prSet/>
      <dgm:spPr/>
      <dgm:t>
        <a:bodyPr/>
        <a:lstStyle/>
        <a:p>
          <a:endParaRPr lang="en-US"/>
        </a:p>
      </dgm:t>
    </dgm:pt>
    <dgm:pt modelId="{08702625-C5B9-499D-97D9-FC37801392EA}" type="sibTrans" cxnId="{BE1C48D0-FF72-44F5-B283-D23A2FBCD968}">
      <dgm:prSet/>
      <dgm:spPr/>
      <dgm:t>
        <a:bodyPr/>
        <a:lstStyle/>
        <a:p>
          <a:endParaRPr lang="en-US"/>
        </a:p>
      </dgm:t>
    </dgm:pt>
    <dgm:pt modelId="{7637743D-842D-48C8-A197-359469C1690D}">
      <dgm:prSet custT="1"/>
      <dgm:spPr/>
      <dgm:t>
        <a:bodyPr/>
        <a:lstStyle/>
        <a:p>
          <a:r>
            <a:rPr lang="en-GB" sz="1400" dirty="0" err="1"/>
            <a:t>Kelime</a:t>
          </a:r>
          <a:r>
            <a:rPr lang="en-GB" sz="1400" dirty="0"/>
            <a:t> </a:t>
          </a:r>
          <a:r>
            <a:rPr lang="en-GB" sz="1400" dirty="0" err="1"/>
            <a:t>olasılıkları</a:t>
          </a:r>
          <a:r>
            <a:rPr lang="en-GB" sz="1400" dirty="0"/>
            <a:t> </a:t>
          </a:r>
          <a:r>
            <a:rPr lang="en-GB" sz="1400" dirty="0" err="1"/>
            <a:t>hesaplanır</a:t>
          </a:r>
          <a:r>
            <a:rPr lang="en-GB" sz="1400" dirty="0"/>
            <a:t> </a:t>
          </a:r>
          <a:r>
            <a:rPr lang="en-GB" sz="1400" dirty="0" err="1"/>
            <a:t>ve</a:t>
          </a:r>
          <a:r>
            <a:rPr lang="en-GB" sz="1400" dirty="0"/>
            <a:t> </a:t>
          </a:r>
          <a:r>
            <a:rPr lang="en-GB" sz="1400" dirty="0" err="1"/>
            <a:t>sınıflandırma</a:t>
          </a:r>
          <a:r>
            <a:rPr lang="en-GB" sz="1400" dirty="0"/>
            <a:t> </a:t>
          </a:r>
          <a:r>
            <a:rPr lang="en-GB" sz="1400" dirty="0" err="1"/>
            <a:t>yapılır</a:t>
          </a:r>
          <a:r>
            <a:rPr lang="en-GB" sz="1400" dirty="0"/>
            <a:t>:</a:t>
          </a:r>
          <a:endParaRPr lang="en-US" sz="1400" dirty="0"/>
        </a:p>
      </dgm:t>
    </dgm:pt>
    <dgm:pt modelId="{DBBA665B-2B03-47E6-86D7-931C45072629}" type="parTrans" cxnId="{21B03776-6735-40B1-A22E-139F4782D91E}">
      <dgm:prSet/>
      <dgm:spPr/>
      <dgm:t>
        <a:bodyPr/>
        <a:lstStyle/>
        <a:p>
          <a:endParaRPr lang="en-US"/>
        </a:p>
      </dgm:t>
    </dgm:pt>
    <dgm:pt modelId="{A4EAFB33-194E-4520-89DB-E513B78449A1}" type="sibTrans" cxnId="{21B03776-6735-40B1-A22E-139F4782D91E}">
      <dgm:prSet/>
      <dgm:spPr/>
      <dgm:t>
        <a:bodyPr/>
        <a:lstStyle/>
        <a:p>
          <a:endParaRPr lang="en-US"/>
        </a:p>
      </dgm:t>
    </dgm:pt>
    <dgm:pt modelId="{785610AA-5CE6-4013-BDA2-B187BC751BAC}">
      <dgm:prSet custT="1"/>
      <dgm:spPr/>
      <dgm:t>
        <a:bodyPr/>
        <a:lstStyle/>
        <a:p>
          <a:r>
            <a:rPr lang="en-GB" sz="1400" dirty="0"/>
            <a:t>"Bu": </a:t>
          </a:r>
          <a:r>
            <a:rPr lang="en-GB" sz="1400" dirty="0" err="1"/>
            <a:t>Pozitif</a:t>
          </a:r>
          <a:r>
            <a:rPr lang="en-GB" sz="1400" dirty="0"/>
            <a:t> = %50, </a:t>
          </a:r>
          <a:r>
            <a:rPr lang="en-GB" sz="1400" dirty="0" err="1"/>
            <a:t>Negatif</a:t>
          </a:r>
          <a:r>
            <a:rPr lang="en-GB" sz="1400" dirty="0"/>
            <a:t> = %50.</a:t>
          </a:r>
          <a:endParaRPr lang="en-US" sz="1400" dirty="0"/>
        </a:p>
      </dgm:t>
    </dgm:pt>
    <dgm:pt modelId="{E8D29A19-9766-4376-9A50-077311BA32CB}" type="parTrans" cxnId="{961718C2-F456-4544-9139-07F85968CD10}">
      <dgm:prSet/>
      <dgm:spPr/>
      <dgm:t>
        <a:bodyPr/>
        <a:lstStyle/>
        <a:p>
          <a:endParaRPr lang="en-US"/>
        </a:p>
      </dgm:t>
    </dgm:pt>
    <dgm:pt modelId="{4D8399B9-1D2C-45D4-A64E-3F9B5FA93D71}" type="sibTrans" cxnId="{961718C2-F456-4544-9139-07F85968CD10}">
      <dgm:prSet/>
      <dgm:spPr/>
      <dgm:t>
        <a:bodyPr/>
        <a:lstStyle/>
        <a:p>
          <a:endParaRPr lang="en-US"/>
        </a:p>
      </dgm:t>
    </dgm:pt>
    <dgm:pt modelId="{512F6B32-1E4A-4914-B452-D9145E292899}">
      <dgm:prSet custT="1"/>
      <dgm:spPr/>
      <dgm:t>
        <a:bodyPr/>
        <a:lstStyle/>
        <a:p>
          <a:r>
            <a:rPr lang="en-GB" sz="1400" dirty="0"/>
            <a:t>"İyi": </a:t>
          </a:r>
          <a:r>
            <a:rPr lang="en-GB" sz="1400" dirty="0" err="1"/>
            <a:t>Pozitif</a:t>
          </a:r>
          <a:r>
            <a:rPr lang="en-GB" sz="1400" dirty="0"/>
            <a:t> = %80, </a:t>
          </a:r>
          <a:r>
            <a:rPr lang="en-GB" sz="1400" dirty="0" err="1"/>
            <a:t>Negatif</a:t>
          </a:r>
          <a:r>
            <a:rPr lang="en-GB" sz="1400" dirty="0"/>
            <a:t> = %20.</a:t>
          </a:r>
          <a:endParaRPr lang="en-US" sz="1400" dirty="0"/>
        </a:p>
      </dgm:t>
    </dgm:pt>
    <dgm:pt modelId="{62D463A7-88F8-4EAB-A5F3-DF69B0ADFD14}" type="parTrans" cxnId="{3BE36EB0-D8A2-42CB-96C5-EDDD1400433F}">
      <dgm:prSet/>
      <dgm:spPr/>
      <dgm:t>
        <a:bodyPr/>
        <a:lstStyle/>
        <a:p>
          <a:endParaRPr lang="en-US"/>
        </a:p>
      </dgm:t>
    </dgm:pt>
    <dgm:pt modelId="{F9A19190-9467-4A7C-9417-46570A247BAA}" type="sibTrans" cxnId="{3BE36EB0-D8A2-42CB-96C5-EDDD1400433F}">
      <dgm:prSet/>
      <dgm:spPr/>
      <dgm:t>
        <a:bodyPr/>
        <a:lstStyle/>
        <a:p>
          <a:endParaRPr lang="en-US"/>
        </a:p>
      </dgm:t>
    </dgm:pt>
    <dgm:pt modelId="{810D249D-7C66-48C6-BEC3-16EDD2D3C502}">
      <dgm:prSet custT="1"/>
      <dgm:spPr/>
      <dgm:t>
        <a:bodyPr/>
        <a:lstStyle/>
        <a:p>
          <a:r>
            <a:rPr lang="en-GB" sz="1400" dirty="0" err="1"/>
            <a:t>Nihai</a:t>
          </a:r>
          <a:r>
            <a:rPr lang="en-GB" sz="1400" dirty="0"/>
            <a:t> </a:t>
          </a:r>
          <a:r>
            <a:rPr lang="en-GB" sz="1400" dirty="0" err="1"/>
            <a:t>sonuç</a:t>
          </a:r>
          <a:r>
            <a:rPr lang="en-GB" sz="1400" dirty="0"/>
            <a:t>: Metin </a:t>
          </a:r>
          <a:r>
            <a:rPr lang="en-GB" sz="1400" dirty="0" err="1"/>
            <a:t>pozitif</a:t>
          </a:r>
          <a:r>
            <a:rPr lang="en-GB" sz="1400" dirty="0"/>
            <a:t> </a:t>
          </a:r>
          <a:r>
            <a:rPr lang="en-GB" sz="1400" dirty="0" err="1"/>
            <a:t>olarak</a:t>
          </a:r>
          <a:r>
            <a:rPr lang="en-GB" sz="1400" dirty="0"/>
            <a:t> </a:t>
          </a:r>
          <a:r>
            <a:rPr lang="en-GB" sz="1400" dirty="0" err="1"/>
            <a:t>sınıflandırılır</a:t>
          </a:r>
          <a:r>
            <a:rPr lang="en-GB" sz="1100" dirty="0"/>
            <a:t>.</a:t>
          </a:r>
          <a:endParaRPr lang="en-US" sz="1100" dirty="0"/>
        </a:p>
      </dgm:t>
    </dgm:pt>
    <dgm:pt modelId="{0480DB40-E811-4FE9-AF0E-8D4EAD708DBB}" type="parTrans" cxnId="{790D6AD4-AD17-4952-AE80-1C0DAC346E4B}">
      <dgm:prSet/>
      <dgm:spPr/>
      <dgm:t>
        <a:bodyPr/>
        <a:lstStyle/>
        <a:p>
          <a:endParaRPr lang="en-US"/>
        </a:p>
      </dgm:t>
    </dgm:pt>
    <dgm:pt modelId="{F54ECE91-25D7-487D-8878-B427F486D8CD}" type="sibTrans" cxnId="{790D6AD4-AD17-4952-AE80-1C0DAC346E4B}">
      <dgm:prSet/>
      <dgm:spPr/>
      <dgm:t>
        <a:bodyPr/>
        <a:lstStyle/>
        <a:p>
          <a:endParaRPr lang="en-US"/>
        </a:p>
      </dgm:t>
    </dgm:pt>
    <dgm:pt modelId="{D11F7CEF-1DE3-474B-A1B7-B62C67C07607}" type="pres">
      <dgm:prSet presAssocID="{75C2364A-150B-4F6A-B074-3204B5D329F2}" presName="root" presStyleCnt="0">
        <dgm:presLayoutVars>
          <dgm:dir/>
          <dgm:resizeHandles val="exact"/>
        </dgm:presLayoutVars>
      </dgm:prSet>
      <dgm:spPr/>
    </dgm:pt>
    <dgm:pt modelId="{EE83C077-A4CA-47B1-8FD3-44F660304C06}" type="pres">
      <dgm:prSet presAssocID="{0C295F68-32D3-407D-842A-1B2A2C95514D}" presName="compNode" presStyleCnt="0"/>
      <dgm:spPr/>
    </dgm:pt>
    <dgm:pt modelId="{3548B969-C109-43BD-A511-C39289ED7B4F}" type="pres">
      <dgm:prSet presAssocID="{0C295F68-32D3-407D-842A-1B2A2C9551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ınıf"/>
        </a:ext>
      </dgm:extLst>
    </dgm:pt>
    <dgm:pt modelId="{5676A647-2677-4E81-974A-110AA8723B9C}" type="pres">
      <dgm:prSet presAssocID="{0C295F68-32D3-407D-842A-1B2A2C95514D}" presName="iconSpace" presStyleCnt="0"/>
      <dgm:spPr/>
    </dgm:pt>
    <dgm:pt modelId="{446B6973-7E5C-4CB1-8B96-0F85A987D18C}" type="pres">
      <dgm:prSet presAssocID="{0C295F68-32D3-407D-842A-1B2A2C95514D}" presName="parTx" presStyleLbl="revTx" presStyleIdx="0" presStyleCnt="6">
        <dgm:presLayoutVars>
          <dgm:chMax val="0"/>
          <dgm:chPref val="0"/>
        </dgm:presLayoutVars>
      </dgm:prSet>
      <dgm:spPr/>
    </dgm:pt>
    <dgm:pt modelId="{58F4CF93-BF27-4C95-B33D-2BC295946058}" type="pres">
      <dgm:prSet presAssocID="{0C295F68-32D3-407D-842A-1B2A2C95514D}" presName="txSpace" presStyleCnt="0"/>
      <dgm:spPr/>
    </dgm:pt>
    <dgm:pt modelId="{AFC403DC-6088-4E30-B159-89F1DAAAD6A0}" type="pres">
      <dgm:prSet presAssocID="{0C295F68-32D3-407D-842A-1B2A2C95514D}" presName="desTx" presStyleLbl="revTx" presStyleIdx="1" presStyleCnt="6">
        <dgm:presLayoutVars/>
      </dgm:prSet>
      <dgm:spPr/>
    </dgm:pt>
    <dgm:pt modelId="{BEEB4D43-0C18-47EF-A1C5-3212053723B1}" type="pres">
      <dgm:prSet presAssocID="{98F34578-FDE3-4634-B759-1143E5000DCE}" presName="sibTrans" presStyleCnt="0"/>
      <dgm:spPr/>
    </dgm:pt>
    <dgm:pt modelId="{7F9E4F3C-8487-4500-AAFD-BADF010B2ABB}" type="pres">
      <dgm:prSet presAssocID="{880F9A7C-A73C-43DC-B71A-55B8428C9C9B}" presName="compNode" presStyleCnt="0"/>
      <dgm:spPr/>
    </dgm:pt>
    <dgm:pt modelId="{AC81A3EB-C329-436D-ABD2-3C4C3BC5E5C0}" type="pres">
      <dgm:prSet presAssocID="{880F9A7C-A73C-43DC-B71A-55B8428C9C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ırnak İşareti"/>
        </a:ext>
      </dgm:extLst>
    </dgm:pt>
    <dgm:pt modelId="{95E26EBE-07BA-4BBD-8D69-453BFC64D37B}" type="pres">
      <dgm:prSet presAssocID="{880F9A7C-A73C-43DC-B71A-55B8428C9C9B}" presName="iconSpace" presStyleCnt="0"/>
      <dgm:spPr/>
    </dgm:pt>
    <dgm:pt modelId="{D2DED031-478F-40AB-A1AE-0C9EE2E17D7D}" type="pres">
      <dgm:prSet presAssocID="{880F9A7C-A73C-43DC-B71A-55B8428C9C9B}" presName="parTx" presStyleLbl="revTx" presStyleIdx="2" presStyleCnt="6">
        <dgm:presLayoutVars>
          <dgm:chMax val="0"/>
          <dgm:chPref val="0"/>
        </dgm:presLayoutVars>
      </dgm:prSet>
      <dgm:spPr/>
    </dgm:pt>
    <dgm:pt modelId="{B623666F-3710-4ABB-8F17-EDDF5FDD93DB}" type="pres">
      <dgm:prSet presAssocID="{880F9A7C-A73C-43DC-B71A-55B8428C9C9B}" presName="txSpace" presStyleCnt="0"/>
      <dgm:spPr/>
    </dgm:pt>
    <dgm:pt modelId="{64A7B41A-9E2D-4691-92A4-E054E56067DE}" type="pres">
      <dgm:prSet presAssocID="{880F9A7C-A73C-43DC-B71A-55B8428C9C9B}" presName="desTx" presStyleLbl="revTx" presStyleIdx="3" presStyleCnt="6">
        <dgm:presLayoutVars/>
      </dgm:prSet>
      <dgm:spPr/>
    </dgm:pt>
    <dgm:pt modelId="{55DD753B-E4FC-4798-9F06-391A50F6FE11}" type="pres">
      <dgm:prSet presAssocID="{BDCC6733-A157-4A2A-9619-7957232451F9}" presName="sibTrans" presStyleCnt="0"/>
      <dgm:spPr/>
    </dgm:pt>
    <dgm:pt modelId="{37C2A4DE-6D45-4632-8005-429928419D06}" type="pres">
      <dgm:prSet presAssocID="{2BE5A083-F9AE-4DA8-A273-E2E92DB603DB}" presName="compNode" presStyleCnt="0"/>
      <dgm:spPr/>
    </dgm:pt>
    <dgm:pt modelId="{D3C14347-C255-4C92-8DE2-566779D77979}" type="pres">
      <dgm:prSet presAssocID="{2BE5A083-F9AE-4DA8-A273-E2E92DB603D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ge"/>
        </a:ext>
      </dgm:extLst>
    </dgm:pt>
    <dgm:pt modelId="{3E45EEAA-07D1-45F0-9778-42B638808DD0}" type="pres">
      <dgm:prSet presAssocID="{2BE5A083-F9AE-4DA8-A273-E2E92DB603DB}" presName="iconSpace" presStyleCnt="0"/>
      <dgm:spPr/>
    </dgm:pt>
    <dgm:pt modelId="{F699BA05-85FB-4FC2-AEB7-0AB38B33AB8F}" type="pres">
      <dgm:prSet presAssocID="{2BE5A083-F9AE-4DA8-A273-E2E92DB603DB}" presName="parTx" presStyleLbl="revTx" presStyleIdx="4" presStyleCnt="6">
        <dgm:presLayoutVars>
          <dgm:chMax val="0"/>
          <dgm:chPref val="0"/>
        </dgm:presLayoutVars>
      </dgm:prSet>
      <dgm:spPr/>
    </dgm:pt>
    <dgm:pt modelId="{A60B6B8B-9AB9-430A-B4B7-344127F5BB3D}" type="pres">
      <dgm:prSet presAssocID="{2BE5A083-F9AE-4DA8-A273-E2E92DB603DB}" presName="txSpace" presStyleCnt="0"/>
      <dgm:spPr/>
    </dgm:pt>
    <dgm:pt modelId="{919B26D4-4EFC-4AFF-9E9E-7AB4533FA079}" type="pres">
      <dgm:prSet presAssocID="{2BE5A083-F9AE-4DA8-A273-E2E92DB603DB}" presName="desTx" presStyleLbl="revTx" presStyleIdx="5" presStyleCnt="6">
        <dgm:presLayoutVars/>
      </dgm:prSet>
      <dgm:spPr/>
    </dgm:pt>
  </dgm:ptLst>
  <dgm:cxnLst>
    <dgm:cxn modelId="{EA63A809-E1F8-4B19-9DA0-192914B7009B}" type="presOf" srcId="{614454D9-50CE-4B4A-937B-8C5FE2867047}" destId="{AFC403DC-6088-4E30-B159-89F1DAAAD6A0}" srcOrd="0" destOrd="0" presId="urn:microsoft.com/office/officeart/2018/5/layout/CenteredIconLabelDescriptionList"/>
    <dgm:cxn modelId="{7D3AF20C-765A-4D8D-AF6B-EDFCA0F17D87}" srcId="{0C295F68-32D3-407D-842A-1B2A2C95514D}" destId="{614454D9-50CE-4B4A-937B-8C5FE2867047}" srcOrd="0" destOrd="0" parTransId="{9DC4C842-FEA0-46F0-B6C9-0334F69B1EE2}" sibTransId="{5D675289-2580-4FDA-974E-08F86D9303A5}"/>
    <dgm:cxn modelId="{0E97892C-F471-4A6D-96AC-9B21AED2A41A}" type="presOf" srcId="{7637743D-842D-48C8-A197-359469C1690D}" destId="{919B26D4-4EFC-4AFF-9E9E-7AB4533FA079}" srcOrd="0" destOrd="0" presId="urn:microsoft.com/office/officeart/2018/5/layout/CenteredIconLabelDescriptionList"/>
    <dgm:cxn modelId="{27CCA939-7E21-4553-A05E-C7E949B427C8}" type="presOf" srcId="{880F9A7C-A73C-43DC-B71A-55B8428C9C9B}" destId="{D2DED031-478F-40AB-A1AE-0C9EE2E17D7D}" srcOrd="0" destOrd="0" presId="urn:microsoft.com/office/officeart/2018/5/layout/CenteredIconLabelDescriptionList"/>
    <dgm:cxn modelId="{43D64A5E-982B-42F7-8F89-67D5E9ADCC57}" srcId="{75C2364A-150B-4F6A-B074-3204B5D329F2}" destId="{880F9A7C-A73C-43DC-B71A-55B8428C9C9B}" srcOrd="1" destOrd="0" parTransId="{9FB04245-4A19-44A8-8AD6-B79447BCF418}" sibTransId="{BDCC6733-A157-4A2A-9619-7957232451F9}"/>
    <dgm:cxn modelId="{7D537350-BA4A-42A8-B8F4-660AF44996E0}" type="presOf" srcId="{810D249D-7C66-48C6-BEC3-16EDD2D3C502}" destId="{919B26D4-4EFC-4AFF-9E9E-7AB4533FA079}" srcOrd="0" destOrd="3" presId="urn:microsoft.com/office/officeart/2018/5/layout/CenteredIconLabelDescriptionList"/>
    <dgm:cxn modelId="{14997D51-BF91-4F4E-9A6E-A26E785F3AD1}" type="presOf" srcId="{2BE5A083-F9AE-4DA8-A273-E2E92DB603DB}" destId="{F699BA05-85FB-4FC2-AEB7-0AB38B33AB8F}" srcOrd="0" destOrd="0" presId="urn:microsoft.com/office/officeart/2018/5/layout/CenteredIconLabelDescriptionList"/>
    <dgm:cxn modelId="{21B03776-6735-40B1-A22E-139F4782D91E}" srcId="{2BE5A083-F9AE-4DA8-A273-E2E92DB603DB}" destId="{7637743D-842D-48C8-A197-359469C1690D}" srcOrd="0" destOrd="0" parTransId="{DBBA665B-2B03-47E6-86D7-931C45072629}" sibTransId="{A4EAFB33-194E-4520-89DB-E513B78449A1}"/>
    <dgm:cxn modelId="{2CD1AB8D-3F69-420C-9D44-76714E40BF66}" srcId="{75C2364A-150B-4F6A-B074-3204B5D329F2}" destId="{0C295F68-32D3-407D-842A-1B2A2C95514D}" srcOrd="0" destOrd="0" parTransId="{E77580F4-9701-4E98-9F24-E23E031BEADF}" sibTransId="{98F34578-FDE3-4634-B759-1143E5000DCE}"/>
    <dgm:cxn modelId="{56F8878E-4672-4923-916E-9C668740E38D}" type="presOf" srcId="{CF10040B-DF1B-44DA-8B8F-C7C42F6EFAA8}" destId="{64A7B41A-9E2D-4691-92A4-E054E56067DE}" srcOrd="0" destOrd="0" presId="urn:microsoft.com/office/officeart/2018/5/layout/CenteredIconLabelDescriptionList"/>
    <dgm:cxn modelId="{3BE36EB0-D8A2-42CB-96C5-EDDD1400433F}" srcId="{7637743D-842D-48C8-A197-359469C1690D}" destId="{512F6B32-1E4A-4914-B452-D9145E292899}" srcOrd="1" destOrd="0" parTransId="{62D463A7-88F8-4EAB-A5F3-DF69B0ADFD14}" sibTransId="{F9A19190-9467-4A7C-9417-46570A247BAA}"/>
    <dgm:cxn modelId="{961718C2-F456-4544-9139-07F85968CD10}" srcId="{7637743D-842D-48C8-A197-359469C1690D}" destId="{785610AA-5CE6-4013-BDA2-B187BC751BAC}" srcOrd="0" destOrd="0" parTransId="{E8D29A19-9766-4376-9A50-077311BA32CB}" sibTransId="{4D8399B9-1D2C-45D4-A64E-3F9B5FA93D71}"/>
    <dgm:cxn modelId="{097AB4C6-8834-4C40-9E76-FC010C00019F}" srcId="{880F9A7C-A73C-43DC-B71A-55B8428C9C9B}" destId="{CF10040B-DF1B-44DA-8B8F-C7C42F6EFAA8}" srcOrd="0" destOrd="0" parTransId="{45F1EA33-EA9E-4FA4-9374-0F41C4004BFA}" sibTransId="{AB0848F0-9C98-4BFB-93D9-459F45B9CB9D}"/>
    <dgm:cxn modelId="{AC2BD1CD-D9DD-4797-8C51-7B9452D26CFD}" type="presOf" srcId="{75C2364A-150B-4F6A-B074-3204B5D329F2}" destId="{D11F7CEF-1DE3-474B-A1B7-B62C67C07607}" srcOrd="0" destOrd="0" presId="urn:microsoft.com/office/officeart/2018/5/layout/CenteredIconLabelDescriptionList"/>
    <dgm:cxn modelId="{BE1C48D0-FF72-44F5-B283-D23A2FBCD968}" srcId="{75C2364A-150B-4F6A-B074-3204B5D329F2}" destId="{2BE5A083-F9AE-4DA8-A273-E2E92DB603DB}" srcOrd="2" destOrd="0" parTransId="{B1437274-393B-4871-88DC-5F7EBC20D89A}" sibTransId="{08702625-C5B9-499D-97D9-FC37801392EA}"/>
    <dgm:cxn modelId="{790D6AD4-AD17-4952-AE80-1C0DAC346E4B}" srcId="{2BE5A083-F9AE-4DA8-A273-E2E92DB603DB}" destId="{810D249D-7C66-48C6-BEC3-16EDD2D3C502}" srcOrd="1" destOrd="0" parTransId="{0480DB40-E811-4FE9-AF0E-8D4EAD708DBB}" sibTransId="{F54ECE91-25D7-487D-8878-B427F486D8CD}"/>
    <dgm:cxn modelId="{2F89DED8-7D0F-4E3C-BA47-75EF553CE060}" type="presOf" srcId="{785610AA-5CE6-4013-BDA2-B187BC751BAC}" destId="{919B26D4-4EFC-4AFF-9E9E-7AB4533FA079}" srcOrd="0" destOrd="1" presId="urn:microsoft.com/office/officeart/2018/5/layout/CenteredIconLabelDescriptionList"/>
    <dgm:cxn modelId="{C42133DA-0E1A-46CA-9A2E-B37531599080}" type="presOf" srcId="{0C295F68-32D3-407D-842A-1B2A2C95514D}" destId="{446B6973-7E5C-4CB1-8B96-0F85A987D18C}" srcOrd="0" destOrd="0" presId="urn:microsoft.com/office/officeart/2018/5/layout/CenteredIconLabelDescriptionList"/>
    <dgm:cxn modelId="{73EDB0F3-5589-48BD-AF50-21BD023AE29E}" type="presOf" srcId="{512F6B32-1E4A-4914-B452-D9145E292899}" destId="{919B26D4-4EFC-4AFF-9E9E-7AB4533FA079}" srcOrd="0" destOrd="2" presId="urn:microsoft.com/office/officeart/2018/5/layout/CenteredIconLabelDescriptionList"/>
    <dgm:cxn modelId="{8D4DCAEE-D093-474D-AEA4-8FAAE81D4F6F}" type="presParOf" srcId="{D11F7CEF-1DE3-474B-A1B7-B62C67C07607}" destId="{EE83C077-A4CA-47B1-8FD3-44F660304C06}" srcOrd="0" destOrd="0" presId="urn:microsoft.com/office/officeart/2018/5/layout/CenteredIconLabelDescriptionList"/>
    <dgm:cxn modelId="{308C975A-B001-4CDA-A80B-4ADC017ACC04}" type="presParOf" srcId="{EE83C077-A4CA-47B1-8FD3-44F660304C06}" destId="{3548B969-C109-43BD-A511-C39289ED7B4F}" srcOrd="0" destOrd="0" presId="urn:microsoft.com/office/officeart/2018/5/layout/CenteredIconLabelDescriptionList"/>
    <dgm:cxn modelId="{B1772ED1-65E3-4B3D-AF94-0EA862C048B2}" type="presParOf" srcId="{EE83C077-A4CA-47B1-8FD3-44F660304C06}" destId="{5676A647-2677-4E81-974A-110AA8723B9C}" srcOrd="1" destOrd="0" presId="urn:microsoft.com/office/officeart/2018/5/layout/CenteredIconLabelDescriptionList"/>
    <dgm:cxn modelId="{EE808F1F-E221-4C48-8436-44B927BE4263}" type="presParOf" srcId="{EE83C077-A4CA-47B1-8FD3-44F660304C06}" destId="{446B6973-7E5C-4CB1-8B96-0F85A987D18C}" srcOrd="2" destOrd="0" presId="urn:microsoft.com/office/officeart/2018/5/layout/CenteredIconLabelDescriptionList"/>
    <dgm:cxn modelId="{2E6185E2-DFFD-4135-985B-7D0246CD1E5F}" type="presParOf" srcId="{EE83C077-A4CA-47B1-8FD3-44F660304C06}" destId="{58F4CF93-BF27-4C95-B33D-2BC295946058}" srcOrd="3" destOrd="0" presId="urn:microsoft.com/office/officeart/2018/5/layout/CenteredIconLabelDescriptionList"/>
    <dgm:cxn modelId="{26C82411-ABC4-4A65-A476-2EE5482DA286}" type="presParOf" srcId="{EE83C077-A4CA-47B1-8FD3-44F660304C06}" destId="{AFC403DC-6088-4E30-B159-89F1DAAAD6A0}" srcOrd="4" destOrd="0" presId="urn:microsoft.com/office/officeart/2018/5/layout/CenteredIconLabelDescriptionList"/>
    <dgm:cxn modelId="{5D58A197-F76D-4639-BA89-6B402479D4C6}" type="presParOf" srcId="{D11F7CEF-1DE3-474B-A1B7-B62C67C07607}" destId="{BEEB4D43-0C18-47EF-A1C5-3212053723B1}" srcOrd="1" destOrd="0" presId="urn:microsoft.com/office/officeart/2018/5/layout/CenteredIconLabelDescriptionList"/>
    <dgm:cxn modelId="{22F00CF0-5708-4780-AFA3-F6BBEA60EE15}" type="presParOf" srcId="{D11F7CEF-1DE3-474B-A1B7-B62C67C07607}" destId="{7F9E4F3C-8487-4500-AAFD-BADF010B2ABB}" srcOrd="2" destOrd="0" presId="urn:microsoft.com/office/officeart/2018/5/layout/CenteredIconLabelDescriptionList"/>
    <dgm:cxn modelId="{1F3B2AC2-7C8F-4464-82BD-6A9C6832A83E}" type="presParOf" srcId="{7F9E4F3C-8487-4500-AAFD-BADF010B2ABB}" destId="{AC81A3EB-C329-436D-ABD2-3C4C3BC5E5C0}" srcOrd="0" destOrd="0" presId="urn:microsoft.com/office/officeart/2018/5/layout/CenteredIconLabelDescriptionList"/>
    <dgm:cxn modelId="{7EEDE7FB-E6F1-4A6B-A91B-8FADC7E00432}" type="presParOf" srcId="{7F9E4F3C-8487-4500-AAFD-BADF010B2ABB}" destId="{95E26EBE-07BA-4BBD-8D69-453BFC64D37B}" srcOrd="1" destOrd="0" presId="urn:microsoft.com/office/officeart/2018/5/layout/CenteredIconLabelDescriptionList"/>
    <dgm:cxn modelId="{25FED5B4-92DD-4220-A590-725F68DC0388}" type="presParOf" srcId="{7F9E4F3C-8487-4500-AAFD-BADF010B2ABB}" destId="{D2DED031-478F-40AB-A1AE-0C9EE2E17D7D}" srcOrd="2" destOrd="0" presId="urn:microsoft.com/office/officeart/2018/5/layout/CenteredIconLabelDescriptionList"/>
    <dgm:cxn modelId="{B8F70E10-5056-48FD-BD62-C38276943878}" type="presParOf" srcId="{7F9E4F3C-8487-4500-AAFD-BADF010B2ABB}" destId="{B623666F-3710-4ABB-8F17-EDDF5FDD93DB}" srcOrd="3" destOrd="0" presId="urn:microsoft.com/office/officeart/2018/5/layout/CenteredIconLabelDescriptionList"/>
    <dgm:cxn modelId="{EFCBA29C-E330-49BF-BA99-C18994AEEFB4}" type="presParOf" srcId="{7F9E4F3C-8487-4500-AAFD-BADF010B2ABB}" destId="{64A7B41A-9E2D-4691-92A4-E054E56067DE}" srcOrd="4" destOrd="0" presId="urn:microsoft.com/office/officeart/2018/5/layout/CenteredIconLabelDescriptionList"/>
    <dgm:cxn modelId="{49F295A2-86C3-4CE0-9AD5-CA26070C1D3D}" type="presParOf" srcId="{D11F7CEF-1DE3-474B-A1B7-B62C67C07607}" destId="{55DD753B-E4FC-4798-9F06-391A50F6FE11}" srcOrd="3" destOrd="0" presId="urn:microsoft.com/office/officeart/2018/5/layout/CenteredIconLabelDescriptionList"/>
    <dgm:cxn modelId="{FB9DF4FA-A29F-4ED2-8A6E-A724B2F0AC02}" type="presParOf" srcId="{D11F7CEF-1DE3-474B-A1B7-B62C67C07607}" destId="{37C2A4DE-6D45-4632-8005-429928419D06}" srcOrd="4" destOrd="0" presId="urn:microsoft.com/office/officeart/2018/5/layout/CenteredIconLabelDescriptionList"/>
    <dgm:cxn modelId="{69E38D6E-BE28-4948-9F05-0BC0FD3DC4F6}" type="presParOf" srcId="{37C2A4DE-6D45-4632-8005-429928419D06}" destId="{D3C14347-C255-4C92-8DE2-566779D77979}" srcOrd="0" destOrd="0" presId="urn:microsoft.com/office/officeart/2018/5/layout/CenteredIconLabelDescriptionList"/>
    <dgm:cxn modelId="{2AE7F5F4-229B-4DAF-B2D9-0D0B1D575E21}" type="presParOf" srcId="{37C2A4DE-6D45-4632-8005-429928419D06}" destId="{3E45EEAA-07D1-45F0-9778-42B638808DD0}" srcOrd="1" destOrd="0" presId="urn:microsoft.com/office/officeart/2018/5/layout/CenteredIconLabelDescriptionList"/>
    <dgm:cxn modelId="{B8239D7C-C90D-48D2-9B8B-C20F7EE50782}" type="presParOf" srcId="{37C2A4DE-6D45-4632-8005-429928419D06}" destId="{F699BA05-85FB-4FC2-AEB7-0AB38B33AB8F}" srcOrd="2" destOrd="0" presId="urn:microsoft.com/office/officeart/2018/5/layout/CenteredIconLabelDescriptionList"/>
    <dgm:cxn modelId="{CF24DC2B-1C5F-4E9F-BADF-750F8ED8AAB0}" type="presParOf" srcId="{37C2A4DE-6D45-4632-8005-429928419D06}" destId="{A60B6B8B-9AB9-430A-B4B7-344127F5BB3D}" srcOrd="3" destOrd="0" presId="urn:microsoft.com/office/officeart/2018/5/layout/CenteredIconLabelDescriptionList"/>
    <dgm:cxn modelId="{82D29D01-9E66-4FC8-82CF-CAE69F44AE8C}" type="presParOf" srcId="{37C2A4DE-6D45-4632-8005-429928419D06}" destId="{919B26D4-4EFC-4AFF-9E9E-7AB4533FA07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0FE19-AFF0-4826-9B7D-1C2221A93B76}">
      <dsp:nvSpPr>
        <dsp:cNvPr id="0" name=""/>
        <dsp:cNvSpPr/>
      </dsp:nvSpPr>
      <dsp:spPr>
        <a:xfrm>
          <a:off x="0" y="49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C3B6F-F111-44C7-9333-DE060BB89E03}">
      <dsp:nvSpPr>
        <dsp:cNvPr id="0" name=""/>
        <dsp:cNvSpPr/>
      </dsp:nvSpPr>
      <dsp:spPr>
        <a:xfrm>
          <a:off x="0" y="492"/>
          <a:ext cx="10972800" cy="80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 err="1"/>
            <a:t>Veriyi</a:t>
          </a:r>
          <a:r>
            <a:rPr lang="en-GB" sz="2200" kern="1200" dirty="0"/>
            <a:t> </a:t>
          </a:r>
          <a:r>
            <a:rPr lang="en-GB" sz="2200" kern="1200" dirty="0" err="1"/>
            <a:t>sınıflandırmak</a:t>
          </a:r>
          <a:r>
            <a:rPr lang="en-GB" sz="2200" kern="1200" dirty="0"/>
            <a:t> </a:t>
          </a:r>
          <a:r>
            <a:rPr lang="en-GB" sz="2200" kern="1200" dirty="0" err="1"/>
            <a:t>ve</a:t>
          </a:r>
          <a:r>
            <a:rPr lang="en-GB" sz="2200" kern="1200" dirty="0"/>
            <a:t> </a:t>
          </a:r>
          <a:r>
            <a:rPr lang="en-GB" sz="2200" kern="1200" dirty="0" err="1"/>
            <a:t>tahmin</a:t>
          </a:r>
          <a:r>
            <a:rPr lang="en-GB" sz="2200" kern="1200" dirty="0"/>
            <a:t> </a:t>
          </a:r>
          <a:r>
            <a:rPr lang="en-GB" sz="2200" kern="1200" dirty="0" err="1"/>
            <a:t>etmek</a:t>
          </a:r>
          <a:r>
            <a:rPr lang="en-GB" sz="2200" kern="1200" dirty="0"/>
            <a:t> </a:t>
          </a:r>
          <a:r>
            <a:rPr lang="en-GB" sz="2200" kern="1200" dirty="0" err="1"/>
            <a:t>için</a:t>
          </a:r>
          <a:r>
            <a:rPr lang="en-GB" sz="2200" kern="1200" dirty="0"/>
            <a:t> </a:t>
          </a:r>
          <a:r>
            <a:rPr lang="en-GB" sz="2200" kern="1200" dirty="0" err="1"/>
            <a:t>etkili</a:t>
          </a:r>
          <a:r>
            <a:rPr lang="en-GB" sz="2200" kern="1200" dirty="0"/>
            <a:t> </a:t>
          </a:r>
          <a:r>
            <a:rPr lang="en-GB" sz="2200" kern="1200" dirty="0" err="1"/>
            <a:t>bir</a:t>
          </a:r>
          <a:r>
            <a:rPr lang="en-GB" sz="2200" kern="1200" dirty="0"/>
            <a:t> </a:t>
          </a:r>
          <a:r>
            <a:rPr lang="en-GB" sz="2200" kern="1200" dirty="0" err="1"/>
            <a:t>yöntemdir</a:t>
          </a:r>
          <a:r>
            <a:rPr lang="en-US" sz="2200" b="0" i="0" kern="1200" baseline="0" dirty="0"/>
            <a:t>.</a:t>
          </a:r>
          <a:endParaRPr lang="en-US" sz="2200" kern="1200" dirty="0"/>
        </a:p>
      </dsp:txBody>
      <dsp:txXfrm>
        <a:off x="0" y="492"/>
        <a:ext cx="10972800" cy="807109"/>
      </dsp:txXfrm>
    </dsp:sp>
    <dsp:sp modelId="{08CFB0A3-4AFC-46AC-89B9-52DB384044DC}">
      <dsp:nvSpPr>
        <dsp:cNvPr id="0" name=""/>
        <dsp:cNvSpPr/>
      </dsp:nvSpPr>
      <dsp:spPr>
        <a:xfrm>
          <a:off x="0" y="80760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ACA19-BF53-4BD7-840B-24034A4209BE}">
      <dsp:nvSpPr>
        <dsp:cNvPr id="0" name=""/>
        <dsp:cNvSpPr/>
      </dsp:nvSpPr>
      <dsp:spPr>
        <a:xfrm>
          <a:off x="0" y="807602"/>
          <a:ext cx="10972800" cy="80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 err="1"/>
            <a:t>Belirsiz</a:t>
          </a:r>
          <a:r>
            <a:rPr lang="en-GB" sz="2200" kern="1200" dirty="0"/>
            <a:t> </a:t>
          </a:r>
          <a:r>
            <a:rPr lang="en-GB" sz="2200" kern="1200" dirty="0" err="1"/>
            <a:t>ya</a:t>
          </a:r>
          <a:r>
            <a:rPr lang="en-GB" sz="2200" kern="1200" dirty="0"/>
            <a:t> da </a:t>
          </a:r>
          <a:r>
            <a:rPr lang="en-GB" sz="2200" kern="1200" dirty="0" err="1"/>
            <a:t>eksik</a:t>
          </a:r>
          <a:r>
            <a:rPr lang="en-GB" sz="2200" kern="1200" dirty="0"/>
            <a:t> </a:t>
          </a:r>
          <a:r>
            <a:rPr lang="en-GB" sz="2200" kern="1200" dirty="0" err="1"/>
            <a:t>veri</a:t>
          </a:r>
          <a:r>
            <a:rPr lang="en-GB" sz="2200" kern="1200" dirty="0"/>
            <a:t> </a:t>
          </a:r>
          <a:r>
            <a:rPr lang="en-GB" sz="2200" kern="1200" dirty="0" err="1"/>
            <a:t>durumlarında</a:t>
          </a:r>
          <a:r>
            <a:rPr lang="en-GB" sz="2200" kern="1200" dirty="0"/>
            <a:t> </a:t>
          </a:r>
          <a:r>
            <a:rPr lang="en-GB" sz="2200" kern="1200" dirty="0" err="1"/>
            <a:t>olasılık</a:t>
          </a:r>
          <a:r>
            <a:rPr lang="en-GB" sz="2200" kern="1200" dirty="0"/>
            <a:t> </a:t>
          </a:r>
          <a:r>
            <a:rPr lang="en-GB" sz="2200" kern="1200" dirty="0" err="1"/>
            <a:t>tabanlı</a:t>
          </a:r>
          <a:r>
            <a:rPr lang="en-GB" sz="2200" kern="1200" dirty="0"/>
            <a:t> </a:t>
          </a:r>
          <a:r>
            <a:rPr lang="en-GB" sz="2200" kern="1200" dirty="0" err="1"/>
            <a:t>yapısı</a:t>
          </a:r>
          <a:r>
            <a:rPr lang="en-GB" sz="2200" kern="1200" dirty="0"/>
            <a:t> </a:t>
          </a:r>
          <a:r>
            <a:rPr lang="en-GB" sz="2200" kern="1200" dirty="0" err="1"/>
            <a:t>sayesinde</a:t>
          </a:r>
          <a:r>
            <a:rPr lang="en-GB" sz="2200" kern="1200" dirty="0"/>
            <a:t> </a:t>
          </a:r>
          <a:r>
            <a:rPr lang="en-GB" sz="2200" kern="1200" dirty="0" err="1"/>
            <a:t>sağlam</a:t>
          </a:r>
          <a:r>
            <a:rPr lang="en-GB" sz="2200" kern="1200" dirty="0"/>
            <a:t> </a:t>
          </a:r>
          <a:r>
            <a:rPr lang="en-GB" sz="2200" kern="1200" dirty="0" err="1"/>
            <a:t>performans</a:t>
          </a:r>
          <a:r>
            <a:rPr lang="en-GB" sz="2200" kern="1200" dirty="0"/>
            <a:t> </a:t>
          </a:r>
          <a:r>
            <a:rPr lang="en-GB" sz="2200" kern="1200" dirty="0" err="1"/>
            <a:t>sergiler</a:t>
          </a:r>
          <a:r>
            <a:rPr lang="en-GB" sz="2200" kern="1200" dirty="0"/>
            <a:t>.</a:t>
          </a:r>
          <a:endParaRPr lang="en-US" sz="2200" kern="1200" dirty="0"/>
        </a:p>
      </dsp:txBody>
      <dsp:txXfrm>
        <a:off x="0" y="807602"/>
        <a:ext cx="10972800" cy="807109"/>
      </dsp:txXfrm>
    </dsp:sp>
    <dsp:sp modelId="{C432F51F-7B48-4F91-A4A1-0391852AA4A3}">
      <dsp:nvSpPr>
        <dsp:cNvPr id="0" name=""/>
        <dsp:cNvSpPr/>
      </dsp:nvSpPr>
      <dsp:spPr>
        <a:xfrm>
          <a:off x="0" y="161471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C6A14-95F1-4581-8E7E-49CF7C1F9CA9}">
      <dsp:nvSpPr>
        <dsp:cNvPr id="0" name=""/>
        <dsp:cNvSpPr/>
      </dsp:nvSpPr>
      <dsp:spPr>
        <a:xfrm>
          <a:off x="0" y="1614712"/>
          <a:ext cx="10972800" cy="80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200" kern="1200" dirty="0" err="1"/>
            <a:t>Çeşitli</a:t>
          </a:r>
          <a:r>
            <a:rPr lang="en-GB" sz="2200" kern="1200" dirty="0"/>
            <a:t> </a:t>
          </a:r>
          <a:r>
            <a:rPr lang="en-GB" sz="2200" kern="1200" dirty="0" err="1"/>
            <a:t>sektörlerde</a:t>
          </a:r>
          <a:r>
            <a:rPr lang="en-GB" sz="2200" kern="1200" dirty="0"/>
            <a:t> </a:t>
          </a:r>
          <a:r>
            <a:rPr lang="en-GB" sz="2200" kern="1200" dirty="0" err="1"/>
            <a:t>hızlı</a:t>
          </a:r>
          <a:r>
            <a:rPr lang="en-GB" sz="2200" kern="1200" dirty="0"/>
            <a:t> </a:t>
          </a:r>
          <a:r>
            <a:rPr lang="en-GB" sz="2200" kern="1200" dirty="0" err="1"/>
            <a:t>çözüm</a:t>
          </a:r>
          <a:r>
            <a:rPr lang="en-GB" sz="2200" kern="1200" dirty="0"/>
            <a:t> </a:t>
          </a:r>
          <a:r>
            <a:rPr lang="en-GB" sz="2200" kern="1200" dirty="0" err="1"/>
            <a:t>geliştirmek</a:t>
          </a:r>
          <a:r>
            <a:rPr lang="en-GB" sz="2200" kern="1200" dirty="0"/>
            <a:t> </a:t>
          </a:r>
          <a:r>
            <a:rPr lang="en-GB" sz="2200" kern="1200" dirty="0" err="1"/>
            <a:t>için</a:t>
          </a:r>
          <a:r>
            <a:rPr lang="en-GB" sz="2200" kern="1200" dirty="0"/>
            <a:t> </a:t>
          </a:r>
          <a:r>
            <a:rPr lang="en-GB" sz="2200" kern="1200" dirty="0" err="1"/>
            <a:t>tercih</a:t>
          </a:r>
          <a:r>
            <a:rPr lang="en-GB" sz="2200" kern="1200" dirty="0"/>
            <a:t> </a:t>
          </a:r>
          <a:r>
            <a:rPr lang="en-GB" sz="2200" kern="1200" dirty="0" err="1"/>
            <a:t>edilir</a:t>
          </a:r>
          <a:r>
            <a:rPr lang="en-GB" sz="2200" kern="1200" dirty="0"/>
            <a:t>.</a:t>
          </a:r>
          <a:endParaRPr lang="en-US" sz="2200" kern="1200" dirty="0"/>
        </a:p>
      </dsp:txBody>
      <dsp:txXfrm>
        <a:off x="0" y="1614712"/>
        <a:ext cx="10972800" cy="807109"/>
      </dsp:txXfrm>
    </dsp:sp>
    <dsp:sp modelId="{5AA74C28-3886-47AC-B4AE-33E25190291A}">
      <dsp:nvSpPr>
        <dsp:cNvPr id="0" name=""/>
        <dsp:cNvSpPr/>
      </dsp:nvSpPr>
      <dsp:spPr>
        <a:xfrm>
          <a:off x="0" y="2421821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01DCC-0D8E-4036-AB6D-95DAD9569816}">
      <dsp:nvSpPr>
        <dsp:cNvPr id="0" name=""/>
        <dsp:cNvSpPr/>
      </dsp:nvSpPr>
      <dsp:spPr>
        <a:xfrm>
          <a:off x="0" y="2421821"/>
          <a:ext cx="10972800" cy="80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 err="1"/>
            <a:t>Eğitim</a:t>
          </a:r>
          <a:r>
            <a:rPr lang="en-GB" sz="2200" kern="1200" dirty="0"/>
            <a:t> </a:t>
          </a:r>
          <a:r>
            <a:rPr lang="en-GB" sz="2200" kern="1200" dirty="0" err="1"/>
            <a:t>verilerinden</a:t>
          </a:r>
          <a:r>
            <a:rPr lang="en-GB" sz="2200" kern="1200" dirty="0"/>
            <a:t> </a:t>
          </a:r>
          <a:r>
            <a:rPr lang="en-GB" sz="2200" kern="1200" dirty="0" err="1"/>
            <a:t>çıkarım</a:t>
          </a:r>
          <a:r>
            <a:rPr lang="en-GB" sz="2200" kern="1200" dirty="0"/>
            <a:t> </a:t>
          </a:r>
          <a:r>
            <a:rPr lang="en-GB" sz="2200" kern="1200" dirty="0" err="1"/>
            <a:t>yaparak</a:t>
          </a:r>
          <a:r>
            <a:rPr lang="en-GB" sz="2200" kern="1200" dirty="0"/>
            <a:t> yeni </a:t>
          </a:r>
          <a:r>
            <a:rPr lang="en-GB" sz="2200" kern="1200" dirty="0" err="1"/>
            <a:t>verileri</a:t>
          </a:r>
          <a:r>
            <a:rPr lang="en-GB" sz="2200" kern="1200" dirty="0"/>
            <a:t> </a:t>
          </a:r>
          <a:r>
            <a:rPr lang="en-GB" sz="2200" kern="1200" dirty="0" err="1"/>
            <a:t>analiz</a:t>
          </a:r>
          <a:r>
            <a:rPr lang="en-GB" sz="2200" kern="1200" dirty="0"/>
            <a:t> </a:t>
          </a:r>
          <a:r>
            <a:rPr lang="en-GB" sz="2200" kern="1200" dirty="0" err="1"/>
            <a:t>eder</a:t>
          </a:r>
          <a:r>
            <a:rPr lang="en-GB" sz="2200" kern="1200" dirty="0"/>
            <a:t> </a:t>
          </a:r>
          <a:r>
            <a:rPr lang="en-GB" sz="2200" kern="1200" dirty="0" err="1"/>
            <a:t>ve</a:t>
          </a:r>
          <a:r>
            <a:rPr lang="en-GB" sz="2200" kern="1200" dirty="0"/>
            <a:t> </a:t>
          </a:r>
          <a:r>
            <a:rPr lang="en-GB" sz="2200" kern="1200" dirty="0" err="1"/>
            <a:t>sınıflandırır</a:t>
          </a:r>
          <a:r>
            <a:rPr lang="en-GB" sz="2200" kern="1200" dirty="0"/>
            <a:t>.</a:t>
          </a:r>
          <a:endParaRPr lang="en-US" sz="2200" kern="1200" dirty="0"/>
        </a:p>
      </dsp:txBody>
      <dsp:txXfrm>
        <a:off x="0" y="2421821"/>
        <a:ext cx="10972800" cy="807109"/>
      </dsp:txXfrm>
    </dsp:sp>
    <dsp:sp modelId="{5405FF73-67FA-424F-874D-00452CF97314}">
      <dsp:nvSpPr>
        <dsp:cNvPr id="0" name=""/>
        <dsp:cNvSpPr/>
      </dsp:nvSpPr>
      <dsp:spPr>
        <a:xfrm>
          <a:off x="0" y="3228931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F8F1E-2BE9-4DEC-B0EC-5CEDC8DD33D2}">
      <dsp:nvSpPr>
        <dsp:cNvPr id="0" name=""/>
        <dsp:cNvSpPr/>
      </dsp:nvSpPr>
      <dsp:spPr>
        <a:xfrm>
          <a:off x="0" y="3228931"/>
          <a:ext cx="10972800" cy="80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 err="1"/>
            <a:t>Özellikler</a:t>
          </a:r>
          <a:r>
            <a:rPr lang="en-GB" sz="2200" kern="1200" dirty="0"/>
            <a:t> </a:t>
          </a:r>
          <a:r>
            <a:rPr lang="en-GB" sz="2200" kern="1200" dirty="0" err="1"/>
            <a:t>arasındaki</a:t>
          </a:r>
          <a:r>
            <a:rPr lang="en-GB" sz="2200" kern="1200" dirty="0"/>
            <a:t> </a:t>
          </a:r>
          <a:r>
            <a:rPr lang="en-GB" sz="2200" kern="1200" dirty="0" err="1"/>
            <a:t>bağımlılıkların</a:t>
          </a:r>
          <a:r>
            <a:rPr lang="en-GB" sz="2200" kern="1200" dirty="0"/>
            <a:t> </a:t>
          </a:r>
          <a:r>
            <a:rPr lang="en-GB" sz="2200" kern="1200" dirty="0" err="1"/>
            <a:t>düşük</a:t>
          </a:r>
          <a:r>
            <a:rPr lang="en-GB" sz="2200" kern="1200" dirty="0"/>
            <a:t> </a:t>
          </a:r>
          <a:r>
            <a:rPr lang="en-GB" sz="2200" kern="1200" dirty="0" err="1"/>
            <a:t>olduğu</a:t>
          </a:r>
          <a:r>
            <a:rPr lang="en-GB" sz="2200" kern="1200" dirty="0"/>
            <a:t> </a:t>
          </a:r>
          <a:r>
            <a:rPr lang="en-GB" sz="2200" kern="1200" dirty="0" err="1"/>
            <a:t>durumlarda</a:t>
          </a:r>
          <a:r>
            <a:rPr lang="en-GB" sz="2200" kern="1200" dirty="0"/>
            <a:t> </a:t>
          </a:r>
          <a:r>
            <a:rPr lang="en-GB" sz="2200" kern="1200" dirty="0" err="1"/>
            <a:t>daha</a:t>
          </a:r>
          <a:r>
            <a:rPr lang="en-GB" sz="2200" kern="1200" dirty="0"/>
            <a:t> </a:t>
          </a:r>
          <a:r>
            <a:rPr lang="en-GB" sz="2200" kern="1200" dirty="0" err="1"/>
            <a:t>yüksek</a:t>
          </a:r>
          <a:r>
            <a:rPr lang="en-GB" sz="2200" kern="1200" dirty="0"/>
            <a:t> </a:t>
          </a:r>
          <a:r>
            <a:rPr lang="en-GB" sz="2200" kern="1200" dirty="0" err="1"/>
            <a:t>doğruluk</a:t>
          </a:r>
          <a:r>
            <a:rPr lang="en-GB" sz="2200" kern="1200" dirty="0"/>
            <a:t> </a:t>
          </a:r>
          <a:r>
            <a:rPr lang="en-GB" sz="2200" kern="1200" dirty="0" err="1"/>
            <a:t>sağlar</a:t>
          </a:r>
          <a:r>
            <a:rPr lang="en-GB" sz="2200" kern="1200" dirty="0"/>
            <a:t>.</a:t>
          </a:r>
          <a:endParaRPr lang="en-US" sz="2200" kern="1200" dirty="0"/>
        </a:p>
      </dsp:txBody>
      <dsp:txXfrm>
        <a:off x="0" y="3228931"/>
        <a:ext cx="10972800" cy="807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D6DC6-1B52-4EDA-BBA9-7A8154B6A9F2}">
      <dsp:nvSpPr>
        <dsp:cNvPr id="0" name=""/>
        <dsp:cNvSpPr/>
      </dsp:nvSpPr>
      <dsp:spPr>
        <a:xfrm>
          <a:off x="8223" y="137450"/>
          <a:ext cx="1144693" cy="11446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5B23B-E247-4B96-962F-5787A4D45013}">
      <dsp:nvSpPr>
        <dsp:cNvPr id="0" name=""/>
        <dsp:cNvSpPr/>
      </dsp:nvSpPr>
      <dsp:spPr>
        <a:xfrm>
          <a:off x="8223" y="1408710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/>
            <a:t>Gaussian Naive Bayes:</a:t>
          </a:r>
          <a:endParaRPr lang="en-US" sz="2000" kern="1200"/>
        </a:p>
      </dsp:txBody>
      <dsp:txXfrm>
        <a:off x="8223" y="1408710"/>
        <a:ext cx="3270552" cy="490582"/>
      </dsp:txXfrm>
    </dsp:sp>
    <dsp:sp modelId="{01E9DAC5-A9B4-4C1C-BDDA-A2C872BE55A5}">
      <dsp:nvSpPr>
        <dsp:cNvPr id="0" name=""/>
        <dsp:cNvSpPr/>
      </dsp:nvSpPr>
      <dsp:spPr>
        <a:xfrm>
          <a:off x="8223" y="1958160"/>
          <a:ext cx="3270552" cy="1122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Sürekli özelliklere sahip veri setleri için uygundur.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Özelliklerin normal dağılıma sahip olduğu varsayılır.</a:t>
          </a:r>
          <a:endParaRPr lang="en-US" sz="1500" kern="1200"/>
        </a:p>
      </dsp:txBody>
      <dsp:txXfrm>
        <a:off x="8223" y="1958160"/>
        <a:ext cx="3270552" cy="1122676"/>
      </dsp:txXfrm>
    </dsp:sp>
    <dsp:sp modelId="{39DA6735-6374-48FC-B569-B61F22FA253F}">
      <dsp:nvSpPr>
        <dsp:cNvPr id="0" name=""/>
        <dsp:cNvSpPr/>
      </dsp:nvSpPr>
      <dsp:spPr>
        <a:xfrm>
          <a:off x="3851123" y="137450"/>
          <a:ext cx="1144693" cy="11446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5B2B9-A5F4-4B48-BF47-973C8A0F1AF8}">
      <dsp:nvSpPr>
        <dsp:cNvPr id="0" name=""/>
        <dsp:cNvSpPr/>
      </dsp:nvSpPr>
      <dsp:spPr>
        <a:xfrm>
          <a:off x="3851123" y="1408710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/>
            <a:t>Multinomial Naive Bayes:</a:t>
          </a:r>
          <a:endParaRPr lang="en-US" sz="2000" kern="1200"/>
        </a:p>
      </dsp:txBody>
      <dsp:txXfrm>
        <a:off x="3851123" y="1408710"/>
        <a:ext cx="3270552" cy="490582"/>
      </dsp:txXfrm>
    </dsp:sp>
    <dsp:sp modelId="{683EE546-EC84-4A18-9E2B-F6C5854EFB87}">
      <dsp:nvSpPr>
        <dsp:cNvPr id="0" name=""/>
        <dsp:cNvSpPr/>
      </dsp:nvSpPr>
      <dsp:spPr>
        <a:xfrm>
          <a:off x="3851123" y="1958160"/>
          <a:ext cx="3270552" cy="1122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Ayrık veri setleriyle çalışır.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Özellikle metin sınıflandırma, belge kategorilendirme ve kelime sıklığı analizi gibi uygulamalarda tercih edilir.</a:t>
          </a:r>
          <a:endParaRPr lang="en-US" sz="1500" kern="1200"/>
        </a:p>
      </dsp:txBody>
      <dsp:txXfrm>
        <a:off x="3851123" y="1958160"/>
        <a:ext cx="3270552" cy="1122676"/>
      </dsp:txXfrm>
    </dsp:sp>
    <dsp:sp modelId="{D3653B3C-402F-4D5C-BE02-238A25C9C6B0}">
      <dsp:nvSpPr>
        <dsp:cNvPr id="0" name=""/>
        <dsp:cNvSpPr/>
      </dsp:nvSpPr>
      <dsp:spPr>
        <a:xfrm>
          <a:off x="7694023" y="137450"/>
          <a:ext cx="1144693" cy="11446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35030-0A45-45D5-BE5D-B2F7729DD177}">
      <dsp:nvSpPr>
        <dsp:cNvPr id="0" name=""/>
        <dsp:cNvSpPr/>
      </dsp:nvSpPr>
      <dsp:spPr>
        <a:xfrm>
          <a:off x="7694023" y="1408710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/>
            <a:t>Bernoulli Naive Bayes:</a:t>
          </a:r>
          <a:endParaRPr lang="en-US" sz="2000" kern="1200"/>
        </a:p>
      </dsp:txBody>
      <dsp:txXfrm>
        <a:off x="7694023" y="1408710"/>
        <a:ext cx="3270552" cy="490582"/>
      </dsp:txXfrm>
    </dsp:sp>
    <dsp:sp modelId="{9D8D93BC-A9D7-4DFE-800F-A3D970FDCDBC}">
      <dsp:nvSpPr>
        <dsp:cNvPr id="0" name=""/>
        <dsp:cNvSpPr/>
      </dsp:nvSpPr>
      <dsp:spPr>
        <a:xfrm>
          <a:off x="7694023" y="1958160"/>
          <a:ext cx="3270552" cy="1122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İkili (binary) veri setleri için uygundur.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"Var-yok" veya "pozitif-negatif" sınıflandırma gibi problemleri çözmek için idealdir.</a:t>
          </a:r>
          <a:endParaRPr lang="en-US" sz="1500" kern="1200"/>
        </a:p>
      </dsp:txBody>
      <dsp:txXfrm>
        <a:off x="7694023" y="1958160"/>
        <a:ext cx="3270552" cy="11226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8B969-C109-43BD-A511-C39289ED7B4F}">
      <dsp:nvSpPr>
        <dsp:cNvPr id="0" name=""/>
        <dsp:cNvSpPr/>
      </dsp:nvSpPr>
      <dsp:spPr>
        <a:xfrm>
          <a:off x="1071153" y="50831"/>
          <a:ext cx="1144693" cy="11446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B6973-7E5C-4CB1-8B96-0F85A987D18C}">
      <dsp:nvSpPr>
        <dsp:cNvPr id="0" name=""/>
        <dsp:cNvSpPr/>
      </dsp:nvSpPr>
      <dsp:spPr>
        <a:xfrm>
          <a:off x="8223" y="1331035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1" kern="1200"/>
            <a:t>Adım 1:</a:t>
          </a:r>
          <a:r>
            <a:rPr lang="en-GB" sz="1500" kern="1200"/>
            <a:t> Eğitim veri setinde kelime frekansları ve olasılıklar hesaplanır.</a:t>
          </a:r>
          <a:endParaRPr lang="en-US" sz="1500" kern="1200"/>
        </a:p>
      </dsp:txBody>
      <dsp:txXfrm>
        <a:off x="8223" y="1331035"/>
        <a:ext cx="3270552" cy="490582"/>
      </dsp:txXfrm>
    </dsp:sp>
    <dsp:sp modelId="{AFC403DC-6088-4E30-B159-89F1DAAAD6A0}">
      <dsp:nvSpPr>
        <dsp:cNvPr id="0" name=""/>
        <dsp:cNvSpPr/>
      </dsp:nvSpPr>
      <dsp:spPr>
        <a:xfrm>
          <a:off x="8223" y="1884646"/>
          <a:ext cx="3270552" cy="13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Örneğin</a:t>
          </a:r>
          <a:r>
            <a:rPr lang="en-GB" sz="1400" kern="1200" dirty="0"/>
            <a:t>: "Bu film </a:t>
          </a:r>
          <a:r>
            <a:rPr lang="en-GB" sz="1400" kern="1200" dirty="0" err="1"/>
            <a:t>harika</a:t>
          </a:r>
          <a:r>
            <a:rPr lang="en-GB" sz="1400" kern="1200" dirty="0"/>
            <a:t>" </a:t>
          </a:r>
          <a:r>
            <a:rPr lang="en-GB" sz="1400" kern="1200" dirty="0" err="1"/>
            <a:t>ve</a:t>
          </a:r>
          <a:r>
            <a:rPr lang="en-GB" sz="1400" kern="1200" dirty="0"/>
            <a:t> "Film </a:t>
          </a:r>
          <a:r>
            <a:rPr lang="en-GB" sz="1400" kern="1200" dirty="0" err="1"/>
            <a:t>berbattı</a:t>
          </a:r>
          <a:r>
            <a:rPr lang="en-GB" sz="1400" kern="1200" dirty="0"/>
            <a:t>" </a:t>
          </a:r>
          <a:r>
            <a:rPr lang="en-GB" sz="1400" kern="1200" dirty="0" err="1"/>
            <a:t>gibi</a:t>
          </a:r>
          <a:r>
            <a:rPr lang="en-GB" sz="1400" kern="1200" dirty="0"/>
            <a:t> </a:t>
          </a:r>
          <a:r>
            <a:rPr lang="en-GB" sz="1400" kern="1200" dirty="0" err="1"/>
            <a:t>ifadeler</a:t>
          </a:r>
          <a:r>
            <a:rPr lang="en-GB" sz="1400" kern="1200" dirty="0"/>
            <a:t>.</a:t>
          </a:r>
          <a:endParaRPr lang="en-US" sz="1400" kern="1200" dirty="0"/>
        </a:p>
      </dsp:txBody>
      <dsp:txXfrm>
        <a:off x="8223" y="1884646"/>
        <a:ext cx="3270552" cy="1317582"/>
      </dsp:txXfrm>
    </dsp:sp>
    <dsp:sp modelId="{AC81A3EB-C329-436D-ABD2-3C4C3BC5E5C0}">
      <dsp:nvSpPr>
        <dsp:cNvPr id="0" name=""/>
        <dsp:cNvSpPr/>
      </dsp:nvSpPr>
      <dsp:spPr>
        <a:xfrm>
          <a:off x="4914053" y="50831"/>
          <a:ext cx="1144693" cy="11446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ED031-478F-40AB-A1AE-0C9EE2E17D7D}">
      <dsp:nvSpPr>
        <dsp:cNvPr id="0" name=""/>
        <dsp:cNvSpPr/>
      </dsp:nvSpPr>
      <dsp:spPr>
        <a:xfrm>
          <a:off x="3851123" y="1331035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1" kern="1200" dirty="0" err="1"/>
            <a:t>Adım</a:t>
          </a:r>
          <a:r>
            <a:rPr lang="en-GB" sz="1500" b="1" kern="1200" dirty="0"/>
            <a:t> 2:</a:t>
          </a:r>
          <a:r>
            <a:rPr lang="en-GB" sz="1500" kern="1200" dirty="0"/>
            <a:t> Yeni </a:t>
          </a:r>
          <a:r>
            <a:rPr lang="en-GB" sz="1500" kern="1200" dirty="0" err="1"/>
            <a:t>bir</a:t>
          </a:r>
          <a:r>
            <a:rPr lang="en-GB" sz="1500" kern="1200" dirty="0"/>
            <a:t> </a:t>
          </a:r>
          <a:r>
            <a:rPr lang="en-GB" sz="1500" kern="1200" dirty="0" err="1"/>
            <a:t>metin</a:t>
          </a:r>
          <a:r>
            <a:rPr lang="en-GB" sz="1500" kern="1200" dirty="0"/>
            <a:t> </a:t>
          </a:r>
          <a:r>
            <a:rPr lang="en-GB" sz="1500" kern="1200" dirty="0" err="1"/>
            <a:t>sınıflandırılır</a:t>
          </a:r>
          <a:r>
            <a:rPr lang="en-GB" sz="1500" kern="1200" dirty="0"/>
            <a:t>.</a:t>
          </a:r>
          <a:endParaRPr lang="en-US" sz="1500" kern="1200" dirty="0"/>
        </a:p>
      </dsp:txBody>
      <dsp:txXfrm>
        <a:off x="3851123" y="1331035"/>
        <a:ext cx="3270552" cy="490582"/>
      </dsp:txXfrm>
    </dsp:sp>
    <dsp:sp modelId="{64A7B41A-9E2D-4691-92A4-E054E56067DE}">
      <dsp:nvSpPr>
        <dsp:cNvPr id="0" name=""/>
        <dsp:cNvSpPr/>
      </dsp:nvSpPr>
      <dsp:spPr>
        <a:xfrm>
          <a:off x="3851123" y="1884646"/>
          <a:ext cx="3270552" cy="13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Örnek</a:t>
          </a:r>
          <a:r>
            <a:rPr lang="en-GB" sz="1400" kern="1200" dirty="0"/>
            <a:t>: "Bu </a:t>
          </a:r>
          <a:r>
            <a:rPr lang="en-GB" sz="1400" kern="1200" dirty="0" err="1"/>
            <a:t>çok</a:t>
          </a:r>
          <a:r>
            <a:rPr lang="en-GB" sz="1400" kern="1200" dirty="0"/>
            <a:t> iyi </a:t>
          </a:r>
          <a:r>
            <a:rPr lang="en-GB" sz="1400" kern="1200" dirty="0" err="1"/>
            <a:t>bir</a:t>
          </a:r>
          <a:r>
            <a:rPr lang="en-GB" sz="1400" kern="1200" dirty="0"/>
            <a:t> </a:t>
          </a:r>
          <a:r>
            <a:rPr lang="en-GB" sz="1400" kern="1200" dirty="0" err="1"/>
            <a:t>filmdi</a:t>
          </a:r>
          <a:r>
            <a:rPr lang="en-GB" sz="1400" kern="1200" dirty="0"/>
            <a:t>" </a:t>
          </a:r>
          <a:r>
            <a:rPr lang="en-GB" sz="1400" kern="1200" dirty="0" err="1"/>
            <a:t>cümlesi</a:t>
          </a:r>
          <a:r>
            <a:rPr lang="en-GB" sz="1400" kern="1200" dirty="0"/>
            <a:t>.</a:t>
          </a:r>
          <a:endParaRPr lang="en-US" sz="1400" kern="1200" dirty="0"/>
        </a:p>
      </dsp:txBody>
      <dsp:txXfrm>
        <a:off x="3851123" y="1884646"/>
        <a:ext cx="3270552" cy="1317582"/>
      </dsp:txXfrm>
    </dsp:sp>
    <dsp:sp modelId="{D3C14347-C255-4C92-8DE2-566779D77979}">
      <dsp:nvSpPr>
        <dsp:cNvPr id="0" name=""/>
        <dsp:cNvSpPr/>
      </dsp:nvSpPr>
      <dsp:spPr>
        <a:xfrm>
          <a:off x="8756952" y="50831"/>
          <a:ext cx="1144693" cy="11446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9BA05-85FB-4FC2-AEB7-0AB38B33AB8F}">
      <dsp:nvSpPr>
        <dsp:cNvPr id="0" name=""/>
        <dsp:cNvSpPr/>
      </dsp:nvSpPr>
      <dsp:spPr>
        <a:xfrm>
          <a:off x="7694023" y="1331035"/>
          <a:ext cx="3270552" cy="490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1" kern="1200" dirty="0" err="1"/>
            <a:t>Adım</a:t>
          </a:r>
          <a:r>
            <a:rPr lang="en-GB" sz="1500" b="1" kern="1200" dirty="0"/>
            <a:t> 3:</a:t>
          </a:r>
          <a:endParaRPr lang="en-US" sz="1500" kern="1200" dirty="0"/>
        </a:p>
      </dsp:txBody>
      <dsp:txXfrm>
        <a:off x="7694023" y="1331035"/>
        <a:ext cx="3270552" cy="490582"/>
      </dsp:txXfrm>
    </dsp:sp>
    <dsp:sp modelId="{919B26D4-4EFC-4AFF-9E9E-7AB4533FA079}">
      <dsp:nvSpPr>
        <dsp:cNvPr id="0" name=""/>
        <dsp:cNvSpPr/>
      </dsp:nvSpPr>
      <dsp:spPr>
        <a:xfrm>
          <a:off x="7694023" y="1884646"/>
          <a:ext cx="3270552" cy="13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Kelime</a:t>
          </a:r>
          <a:r>
            <a:rPr lang="en-GB" sz="1400" kern="1200" dirty="0"/>
            <a:t> </a:t>
          </a:r>
          <a:r>
            <a:rPr lang="en-GB" sz="1400" kern="1200" dirty="0" err="1"/>
            <a:t>olasılıkları</a:t>
          </a:r>
          <a:r>
            <a:rPr lang="en-GB" sz="1400" kern="1200" dirty="0"/>
            <a:t> </a:t>
          </a:r>
          <a:r>
            <a:rPr lang="en-GB" sz="1400" kern="1200" dirty="0" err="1"/>
            <a:t>hesaplanır</a:t>
          </a:r>
          <a:r>
            <a:rPr lang="en-GB" sz="1400" kern="1200" dirty="0"/>
            <a:t> </a:t>
          </a:r>
          <a:r>
            <a:rPr lang="en-GB" sz="1400" kern="1200" dirty="0" err="1"/>
            <a:t>ve</a:t>
          </a:r>
          <a:r>
            <a:rPr lang="en-GB" sz="1400" kern="1200" dirty="0"/>
            <a:t> </a:t>
          </a:r>
          <a:r>
            <a:rPr lang="en-GB" sz="1400" kern="1200" dirty="0" err="1"/>
            <a:t>sınıflandırma</a:t>
          </a:r>
          <a:r>
            <a:rPr lang="en-GB" sz="1400" kern="1200" dirty="0"/>
            <a:t> </a:t>
          </a:r>
          <a:r>
            <a:rPr lang="en-GB" sz="1400" kern="1200" dirty="0" err="1"/>
            <a:t>yapılır</a:t>
          </a:r>
          <a:r>
            <a:rPr lang="en-GB" sz="1400" kern="1200" dirty="0"/>
            <a:t>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"Bu": </a:t>
          </a:r>
          <a:r>
            <a:rPr lang="en-GB" sz="1400" kern="1200" dirty="0" err="1"/>
            <a:t>Pozitif</a:t>
          </a:r>
          <a:r>
            <a:rPr lang="en-GB" sz="1400" kern="1200" dirty="0"/>
            <a:t> = %50, </a:t>
          </a:r>
          <a:r>
            <a:rPr lang="en-GB" sz="1400" kern="1200" dirty="0" err="1"/>
            <a:t>Negatif</a:t>
          </a:r>
          <a:r>
            <a:rPr lang="en-GB" sz="1400" kern="1200" dirty="0"/>
            <a:t> = %50.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"İyi": </a:t>
          </a:r>
          <a:r>
            <a:rPr lang="en-GB" sz="1400" kern="1200" dirty="0" err="1"/>
            <a:t>Pozitif</a:t>
          </a:r>
          <a:r>
            <a:rPr lang="en-GB" sz="1400" kern="1200" dirty="0"/>
            <a:t> = %80, </a:t>
          </a:r>
          <a:r>
            <a:rPr lang="en-GB" sz="1400" kern="1200" dirty="0" err="1"/>
            <a:t>Negatif</a:t>
          </a:r>
          <a:r>
            <a:rPr lang="en-GB" sz="1400" kern="1200" dirty="0"/>
            <a:t> = %20.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Nihai</a:t>
          </a:r>
          <a:r>
            <a:rPr lang="en-GB" sz="1400" kern="1200" dirty="0"/>
            <a:t> </a:t>
          </a:r>
          <a:r>
            <a:rPr lang="en-GB" sz="1400" kern="1200" dirty="0" err="1"/>
            <a:t>sonuç</a:t>
          </a:r>
          <a:r>
            <a:rPr lang="en-GB" sz="1400" kern="1200" dirty="0"/>
            <a:t>: Metin </a:t>
          </a:r>
          <a:r>
            <a:rPr lang="en-GB" sz="1400" kern="1200" dirty="0" err="1"/>
            <a:t>pozitif</a:t>
          </a:r>
          <a:r>
            <a:rPr lang="en-GB" sz="1400" kern="1200" dirty="0"/>
            <a:t> </a:t>
          </a:r>
          <a:r>
            <a:rPr lang="en-GB" sz="1400" kern="1200" dirty="0" err="1"/>
            <a:t>olarak</a:t>
          </a:r>
          <a:r>
            <a:rPr lang="en-GB" sz="1400" kern="1200" dirty="0"/>
            <a:t> </a:t>
          </a:r>
          <a:r>
            <a:rPr lang="en-GB" sz="1400" kern="1200" dirty="0" err="1"/>
            <a:t>sınıflandırılır</a:t>
          </a:r>
          <a:r>
            <a:rPr lang="en-GB" sz="1100" kern="1200" dirty="0"/>
            <a:t>.</a:t>
          </a:r>
          <a:endParaRPr lang="en-US" sz="1100" kern="1200" dirty="0"/>
        </a:p>
      </dsp:txBody>
      <dsp:txXfrm>
        <a:off x="7694023" y="1884646"/>
        <a:ext cx="3270552" cy="1317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6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5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0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8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6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5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7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2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tr.wikipedia.org/wiki/Bayes_a%C4%9F%C4%B1" TargetMode="External"/><Relationship Id="rId3" Type="http://schemas.openxmlformats.org/officeDocument/2006/relationships/hyperlink" Target="https://tr.wikipedia.org/wiki/%C3%96nerme" TargetMode="External"/><Relationship Id="rId7" Type="http://schemas.openxmlformats.org/officeDocument/2006/relationships/hyperlink" Target="https://tr.wikipedia.org/wiki/Yapay_sinir_a%C4%9Flar%C4%B1" TargetMode="External"/><Relationship Id="rId2" Type="http://schemas.openxmlformats.org/officeDocument/2006/relationships/hyperlink" Target="https://tr.wikipedia.org/wiki/%C3%96r%C3%BCnt%C3%BC_tan%C4%B1m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.wikipedia.org/wiki/%C4%B0statistik" TargetMode="External"/><Relationship Id="rId5" Type="http://schemas.openxmlformats.org/officeDocument/2006/relationships/hyperlink" Target="https://tr.wikipedia.org/wiki/%C3%96znitelik_(makine_%C3%B6%C4%9Frenmesi)" TargetMode="External"/><Relationship Id="rId4" Type="http://schemas.openxmlformats.org/officeDocument/2006/relationships/hyperlink" Target="https://tr.wikipedia.org/wiki/Olas%C4%B1l%C4%B1k" TargetMode="Externa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hyperlink" Target="https://ece-akdagli.medium.com/makine-%C3%B6%C4%9Frenmesinde-naive-bayes-y%C3%B6ntemi-98d28cfe46de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towardsdatascience.com/the-not-so-naive-bayes-b795eaa0f69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ekrem.hatipoglu/machine-learning-classification-naive-bayes-part-11-4a10cd3452b4" TargetMode="External"/><Relationship Id="rId5" Type="http://schemas.openxmlformats.org/officeDocument/2006/relationships/hyperlink" Target="https://kodedu.com/2014/05/naive-bayes-siniflandirma-algoritmasi/" TargetMode="External"/><Relationship Id="rId4" Type="http://schemas.openxmlformats.org/officeDocument/2006/relationships/hyperlink" Target="https://tr.wikipedia.org/wiki/Naive_Bayes_s%C4%B1n%C4%B1fland%C4%B1r%C4%B1c%C4%B1s%C4%B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D983374-3839-4F06-972D-B4C3CF23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Resim 4" descr="ekran görüntüsü, grafik, grafik tasarım, tasarım içeren bir resim&#10;&#10;Açıklama otomatik olarak oluşturuldu">
            <a:extLst>
              <a:ext uri="{FF2B5EF4-FFF2-40B4-BE49-F238E27FC236}">
                <a16:creationId xmlns:a16="http://schemas.microsoft.com/office/drawing/2014/main" id="{DCBA15CD-CFAE-795C-5F3A-C4521B747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1" r="20677"/>
          <a:stretch/>
        </p:blipFill>
        <p:spPr>
          <a:xfrm>
            <a:off x="4285860" y="9635"/>
            <a:ext cx="7906139" cy="6857989"/>
          </a:xfrm>
          <a:prstGeom prst="rect">
            <a:avLst/>
          </a:prstGeom>
        </p:spPr>
      </p:pic>
      <p:sp useBgFill="1">
        <p:nvSpPr>
          <p:cNvPr id="18" name="Freeform: Shape 13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BCAE750-A4E7-639E-8E6A-C2D492FCD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613" y="1122363"/>
            <a:ext cx="3541909" cy="2387600"/>
          </a:xfrm>
        </p:spPr>
        <p:txBody>
          <a:bodyPr>
            <a:normAutofit/>
          </a:bodyPr>
          <a:lstStyle/>
          <a:p>
            <a:r>
              <a:rPr lang="tr-TR" sz="5000" err="1"/>
              <a:t>Naive</a:t>
            </a:r>
            <a:r>
              <a:rPr lang="tr-TR" sz="5000"/>
              <a:t> </a:t>
            </a:r>
            <a:r>
              <a:rPr lang="tr-TR" sz="5000" err="1"/>
              <a:t>Bayes</a:t>
            </a:r>
            <a:r>
              <a:rPr lang="tr-TR" sz="5000"/>
              <a:t> Algoritması</a:t>
            </a:r>
            <a:endParaRPr lang="en-GB" sz="500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E164E22-11E8-F52A-B2CA-C9B816DC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613" y="3602038"/>
            <a:ext cx="3541909" cy="2387600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err="1"/>
              <a:t>Makine</a:t>
            </a:r>
            <a:r>
              <a:rPr lang="en-GB" b="1" dirty="0"/>
              <a:t> </a:t>
            </a:r>
            <a:r>
              <a:rPr lang="en-GB" b="1" dirty="0" err="1"/>
              <a:t>Öğrenimi</a:t>
            </a:r>
            <a:r>
              <a:rPr lang="en-GB" b="1" dirty="0"/>
              <a:t> </a:t>
            </a:r>
            <a:r>
              <a:rPr lang="en-GB" b="1" dirty="0" err="1"/>
              <a:t>ve</a:t>
            </a:r>
            <a:r>
              <a:rPr lang="en-GB" b="1" dirty="0"/>
              <a:t> </a:t>
            </a:r>
            <a:r>
              <a:rPr lang="en-GB" b="1" dirty="0" err="1"/>
              <a:t>Olasılık</a:t>
            </a:r>
            <a:r>
              <a:rPr lang="en-GB" b="1" dirty="0"/>
              <a:t> </a:t>
            </a:r>
            <a:r>
              <a:rPr lang="en-GB" b="1" dirty="0" err="1"/>
              <a:t>Teorisi</a:t>
            </a:r>
            <a:r>
              <a:rPr lang="en-GB" b="1" dirty="0"/>
              <a:t> </a:t>
            </a:r>
            <a:r>
              <a:rPr lang="en-GB" b="1" dirty="0" err="1"/>
              <a:t>ile</a:t>
            </a:r>
            <a:r>
              <a:rPr lang="en-GB" b="1" dirty="0"/>
              <a:t> </a:t>
            </a:r>
            <a:r>
              <a:rPr lang="en-GB" b="1" dirty="0" err="1"/>
              <a:t>Veriye</a:t>
            </a:r>
            <a:r>
              <a:rPr lang="en-GB" b="1" dirty="0"/>
              <a:t> </a:t>
            </a:r>
            <a:r>
              <a:rPr lang="en-GB" b="1" dirty="0" err="1"/>
              <a:t>Yaklaşım</a:t>
            </a:r>
            <a:endParaRPr lang="en-GB" b="1" dirty="0"/>
          </a:p>
          <a:p>
            <a:r>
              <a:rPr lang="tr-TR" dirty="0">
                <a:solidFill>
                  <a:srgbClr val="FF0000"/>
                </a:solidFill>
              </a:rPr>
              <a:t>Hazırlayanlar:</a:t>
            </a:r>
          </a:p>
          <a:p>
            <a:r>
              <a:rPr lang="tr-TR" dirty="0"/>
              <a:t>-Emirhan Derman</a:t>
            </a:r>
          </a:p>
          <a:p>
            <a:r>
              <a:rPr lang="tr-TR" dirty="0"/>
              <a:t>-Zeynep Polat</a:t>
            </a:r>
          </a:p>
          <a:p>
            <a:r>
              <a:rPr lang="tr-TR" dirty="0"/>
              <a:t>-Ahmet Mert Acar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727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1F148B0-2677-9766-579C-E558F204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Bayes</a:t>
            </a:r>
            <a:r>
              <a:rPr lang="tr-TR" dirty="0"/>
              <a:t> </a:t>
            </a:r>
            <a:r>
              <a:rPr lang="tr-TR" b="1" dirty="0"/>
              <a:t>Nedir?</a:t>
            </a:r>
            <a:endParaRPr lang="en-GB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6754B1-D6F5-AC11-F021-D303C6CE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48521"/>
            <a:ext cx="5545867" cy="34706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tr-TR" sz="1600" dirty="0"/>
              <a:t> </a:t>
            </a:r>
            <a:r>
              <a:rPr lang="en-GB" sz="1600" b="1" i="0" dirty="0">
                <a:effectLst/>
              </a:rPr>
              <a:t>Naïve Bayes </a:t>
            </a:r>
            <a:r>
              <a:rPr lang="en-GB" sz="1600" b="1" i="0" dirty="0" err="1">
                <a:effectLst/>
              </a:rPr>
              <a:t>sınıflandırıcı</a:t>
            </a:r>
            <a:r>
              <a:rPr lang="en-GB" sz="1600" b="0" i="0" dirty="0">
                <a:effectLst/>
              </a:rPr>
              <a:t>, </a:t>
            </a:r>
            <a:r>
              <a:rPr lang="en-GB" sz="1600" b="0" i="0" u="none" strike="noStrike" dirty="0" err="1">
                <a:effectLst/>
                <a:hlinkClick r:id="rId2" tooltip="Örüntü tanıma"/>
              </a:rPr>
              <a:t>örüntü</a:t>
            </a:r>
            <a:r>
              <a:rPr lang="en-GB" sz="1600" b="0" i="0" u="none" strike="noStrike" dirty="0">
                <a:effectLst/>
                <a:hlinkClick r:id="rId2" tooltip="Örüntü tanıma"/>
              </a:rPr>
              <a:t> </a:t>
            </a:r>
            <a:r>
              <a:rPr lang="en-GB" sz="1600" b="0" i="0" u="none" strike="noStrike" dirty="0" err="1">
                <a:effectLst/>
                <a:hlinkClick r:id="rId2" tooltip="Örüntü tanıma"/>
              </a:rPr>
              <a:t>tanıma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problemine</a:t>
            </a:r>
            <a:r>
              <a:rPr lang="en-GB" sz="1600" b="0" i="0" dirty="0">
                <a:effectLst/>
              </a:rPr>
              <a:t> ilk </a:t>
            </a:r>
            <a:r>
              <a:rPr lang="en-GB" sz="1600" b="0" i="0" dirty="0" err="1">
                <a:effectLst/>
              </a:rPr>
              <a:t>bakışta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oldukça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kısıtlayıcı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görülen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bir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 err="1">
                <a:effectLst/>
                <a:hlinkClick r:id="rId3" tooltip="Önerme"/>
              </a:rPr>
              <a:t>önerme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ile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kullanılabilen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 err="1">
                <a:effectLst/>
                <a:hlinkClick r:id="rId4" tooltip="Olasılık"/>
              </a:rPr>
              <a:t>olasılıksal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bir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yaklaşımdır</a:t>
            </a:r>
            <a:r>
              <a:rPr lang="en-GB" sz="1600" b="0" i="0" dirty="0">
                <a:effectLst/>
              </a:rPr>
              <a:t>. Bu </a:t>
            </a:r>
            <a:r>
              <a:rPr lang="en-GB" sz="1600" b="0" i="0" dirty="0" err="1">
                <a:effectLst/>
              </a:rPr>
              <a:t>önerme</a:t>
            </a:r>
            <a:r>
              <a:rPr lang="en-GB" sz="1600" b="0" i="0" dirty="0">
                <a:effectLst/>
              </a:rPr>
              <a:t>, </a:t>
            </a:r>
            <a:r>
              <a:rPr lang="en-GB" sz="1600" b="0" i="0" dirty="0" err="1">
                <a:effectLst/>
              </a:rPr>
              <a:t>örüntü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tanımada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kullanılacak</a:t>
            </a:r>
            <a:r>
              <a:rPr lang="en-GB" sz="1600" b="0" i="0" dirty="0">
                <a:effectLst/>
              </a:rPr>
              <a:t> her </a:t>
            </a:r>
            <a:r>
              <a:rPr lang="en-GB" sz="1600" b="0" i="0" dirty="0" err="1">
                <a:effectLst/>
              </a:rPr>
              <a:t>bir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tanımlayıcı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 err="1">
                <a:effectLst/>
                <a:hlinkClick r:id="rId5" tooltip="Öznitelik (makine öğrenmesi)"/>
              </a:rPr>
              <a:t>öznitelik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ya</a:t>
            </a:r>
            <a:r>
              <a:rPr lang="en-GB" sz="1600" b="0" i="0" dirty="0">
                <a:effectLst/>
              </a:rPr>
              <a:t> da </a:t>
            </a:r>
            <a:r>
              <a:rPr lang="en-GB" sz="1600" b="0" i="0" dirty="0" err="1">
                <a:effectLst/>
              </a:rPr>
              <a:t>parametrenin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 err="1">
                <a:effectLst/>
                <a:hlinkClick r:id="rId6" tooltip="İstatistik"/>
              </a:rPr>
              <a:t>istatistik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açıdan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bağımsız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olması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gerekliliğidir</a:t>
            </a:r>
            <a:r>
              <a:rPr lang="en-GB" sz="1600" b="0" i="0" dirty="0">
                <a:effectLst/>
              </a:rPr>
              <a:t>. Her ne </a:t>
            </a:r>
            <a:r>
              <a:rPr lang="en-GB" sz="1600" b="0" i="0" dirty="0" err="1">
                <a:effectLst/>
              </a:rPr>
              <a:t>kadar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bu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önerme</a:t>
            </a:r>
            <a:r>
              <a:rPr lang="en-GB" sz="1600" b="0" i="0" dirty="0">
                <a:effectLst/>
              </a:rPr>
              <a:t> Naive Bayes </a:t>
            </a:r>
            <a:r>
              <a:rPr lang="en-GB" sz="1600" b="0" i="0" dirty="0" err="1">
                <a:effectLst/>
              </a:rPr>
              <a:t>sınıflandırıcının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kullanım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alanını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kısıtlasa</a:t>
            </a:r>
            <a:r>
              <a:rPr lang="en-GB" sz="1600" b="0" i="0" dirty="0">
                <a:effectLst/>
              </a:rPr>
              <a:t> da </a:t>
            </a:r>
            <a:r>
              <a:rPr lang="en-GB" sz="1600" b="0" i="0" dirty="0" err="1">
                <a:effectLst/>
              </a:rPr>
              <a:t>istatistik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bağımsızlık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koşulu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esnetilerek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kullanıldığında</a:t>
            </a:r>
            <a:r>
              <a:rPr lang="en-GB" sz="1600" b="0" i="0" dirty="0">
                <a:effectLst/>
              </a:rPr>
              <a:t> da </a:t>
            </a:r>
            <a:r>
              <a:rPr lang="en-GB" sz="1600" b="0" i="0" dirty="0" err="1">
                <a:effectLst/>
              </a:rPr>
              <a:t>daha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karmaşık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 err="1">
                <a:effectLst/>
                <a:hlinkClick r:id="rId7" tooltip="Yapay sinir ağları"/>
              </a:rPr>
              <a:t>yapay</a:t>
            </a:r>
            <a:r>
              <a:rPr lang="en-GB" sz="1600" b="0" i="0" u="none" strike="noStrike" dirty="0">
                <a:effectLst/>
                <a:hlinkClick r:id="rId7" tooltip="Yapay sinir ağları"/>
              </a:rPr>
              <a:t> </a:t>
            </a:r>
            <a:r>
              <a:rPr lang="en-GB" sz="1600" b="0" i="0" u="none" strike="noStrike" dirty="0" err="1">
                <a:effectLst/>
                <a:hlinkClick r:id="rId7" tooltip="Yapay sinir ağları"/>
              </a:rPr>
              <a:t>sinir</a:t>
            </a:r>
            <a:r>
              <a:rPr lang="en-GB" sz="1600" b="0" i="0" u="none" strike="noStrike" dirty="0">
                <a:effectLst/>
                <a:hlinkClick r:id="rId7" tooltip="Yapay sinir ağları"/>
              </a:rPr>
              <a:t> </a:t>
            </a:r>
            <a:r>
              <a:rPr lang="en-GB" sz="1600" b="0" i="0" u="none" strike="noStrike" dirty="0" err="1">
                <a:effectLst/>
                <a:hlinkClick r:id="rId7" tooltip="Yapay sinir ağları"/>
              </a:rPr>
              <a:t>ağları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gibi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metotlarla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karşılaştırabilir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sonuçlar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vermektedir</a:t>
            </a:r>
            <a:r>
              <a:rPr lang="en-GB" sz="1600" b="0" i="0" dirty="0">
                <a:effectLst/>
              </a:rPr>
              <a:t>. Bir Naive Bayes </a:t>
            </a:r>
            <a:r>
              <a:rPr lang="en-GB" sz="1600" b="0" i="0" dirty="0" err="1">
                <a:effectLst/>
              </a:rPr>
              <a:t>sınıflandırıcı</a:t>
            </a:r>
            <a:r>
              <a:rPr lang="en-GB" sz="1600" b="0" i="0" dirty="0">
                <a:effectLst/>
              </a:rPr>
              <a:t>, her </a:t>
            </a:r>
            <a:r>
              <a:rPr lang="en-GB" sz="1600" b="0" i="0" dirty="0" err="1">
                <a:effectLst/>
              </a:rPr>
              <a:t>özniteliğin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birbirinden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koşulsal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bağımsız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olduğu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ve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öğrenilmek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istenen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kavramın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tüm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bu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özniteliklere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koşulsal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bağlı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olduğu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bir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u="none" strike="noStrike" dirty="0">
                <a:effectLst/>
                <a:hlinkClick r:id="rId8" tooltip="Bayes ağı"/>
              </a:rPr>
              <a:t>Bayes </a:t>
            </a:r>
            <a:r>
              <a:rPr lang="en-GB" sz="1600" b="0" i="0" u="none" strike="noStrike" dirty="0" err="1">
                <a:effectLst/>
                <a:hlinkClick r:id="rId8" tooltip="Bayes ağı"/>
              </a:rPr>
              <a:t>ağı</a:t>
            </a:r>
            <a:r>
              <a:rPr lang="en-GB" sz="1600" b="0" i="0" dirty="0">
                <a:effectLst/>
              </a:rPr>
              <a:t> </a:t>
            </a:r>
            <a:r>
              <a:rPr lang="en-GB" sz="1600" b="0" i="0" dirty="0" err="1">
                <a:effectLst/>
              </a:rPr>
              <a:t>olarak</a:t>
            </a:r>
            <a:r>
              <a:rPr lang="en-GB" sz="1600" b="0" i="0" dirty="0">
                <a:effectLst/>
              </a:rPr>
              <a:t> da </a:t>
            </a:r>
            <a:r>
              <a:rPr lang="en-GB" sz="1600" b="0" i="0" dirty="0" err="1">
                <a:effectLst/>
              </a:rPr>
              <a:t>düşünülebilir</a:t>
            </a:r>
            <a:r>
              <a:rPr lang="en-GB" sz="1600" b="0" i="0" dirty="0">
                <a:effectLst/>
              </a:rPr>
              <a:t>.</a:t>
            </a:r>
            <a:r>
              <a:rPr lang="tr-TR" sz="1600" b="0" i="0" dirty="0">
                <a:effectLst/>
              </a:rPr>
              <a:t> </a:t>
            </a:r>
            <a:r>
              <a:rPr lang="en-GB" sz="1600" b="0" i="0" dirty="0">
                <a:effectLst/>
              </a:rPr>
              <a:t>Naïve Bayes </a:t>
            </a:r>
            <a:r>
              <a:rPr lang="en-GB" sz="1600" b="0" i="0" dirty="0" err="1">
                <a:effectLst/>
              </a:rPr>
              <a:t>sınıflandırma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algoritması</a:t>
            </a:r>
            <a:r>
              <a:rPr lang="en-GB" sz="1600" b="0" i="0" dirty="0">
                <a:effectLst/>
              </a:rPr>
              <a:t>, </a:t>
            </a:r>
            <a:r>
              <a:rPr lang="en-GB" sz="1600" b="0" i="0" dirty="0" err="1">
                <a:effectLst/>
              </a:rPr>
              <a:t>adını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Matematikçi</a:t>
            </a:r>
            <a:r>
              <a:rPr lang="en-GB" sz="1600" b="0" i="0" dirty="0">
                <a:effectLst/>
              </a:rPr>
              <a:t> Thomas </a:t>
            </a:r>
            <a:r>
              <a:rPr lang="en-GB" sz="1600" b="0" i="0" dirty="0" err="1">
                <a:effectLst/>
              </a:rPr>
              <a:t>Bayes’den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alan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bir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sınıflandırma</a:t>
            </a:r>
            <a:r>
              <a:rPr lang="en-GB" sz="1600" b="0" i="0" dirty="0">
                <a:effectLst/>
              </a:rPr>
              <a:t>/ </a:t>
            </a:r>
            <a:r>
              <a:rPr lang="en-GB" sz="1600" b="0" i="0" dirty="0" err="1">
                <a:effectLst/>
              </a:rPr>
              <a:t>kategorilendirme</a:t>
            </a:r>
            <a:r>
              <a:rPr lang="en-GB" sz="1600" b="0" i="0" dirty="0">
                <a:effectLst/>
              </a:rPr>
              <a:t> </a:t>
            </a:r>
            <a:r>
              <a:rPr lang="en-GB" sz="1600" b="0" i="0" dirty="0" err="1">
                <a:effectLst/>
              </a:rPr>
              <a:t>algoritmasıdır</a:t>
            </a:r>
            <a:r>
              <a:rPr lang="en-GB" sz="1600" b="0" i="0" dirty="0">
                <a:effectLst/>
              </a:rPr>
              <a:t>. </a:t>
            </a:r>
            <a:endParaRPr lang="tr-TR" sz="1600" b="0" i="0" dirty="0">
              <a:effectLst/>
            </a:endParaRPr>
          </a:p>
        </p:txBody>
      </p:sp>
      <p:pic>
        <p:nvPicPr>
          <p:cNvPr id="5" name="Resim 4" descr="metin, ekran görüntüsü, yazı tipi, diyagram içeren bir resim&#10;&#10;Açıklama otomatik olarak oluşturuldu">
            <a:extLst>
              <a:ext uri="{FF2B5EF4-FFF2-40B4-BE49-F238E27FC236}">
                <a16:creationId xmlns:a16="http://schemas.microsoft.com/office/drawing/2014/main" id="{92F61EFB-E93B-0A67-BF75-355955E0AD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16" y="2296035"/>
            <a:ext cx="4289283" cy="20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1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56E3FF-403F-CD26-917F-BD2A0ADE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3"/>
            <a:ext cx="10972800" cy="1570804"/>
          </a:xfrm>
        </p:spPr>
        <p:txBody>
          <a:bodyPr>
            <a:normAutofit/>
          </a:bodyPr>
          <a:lstStyle/>
          <a:p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Bayes</a:t>
            </a:r>
            <a:r>
              <a:rPr lang="tr-TR" dirty="0"/>
              <a:t> </a:t>
            </a:r>
            <a:r>
              <a:rPr lang="tr-TR" b="1" dirty="0"/>
              <a:t>Nedir?</a:t>
            </a:r>
            <a:endParaRPr lang="en-GB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3C0867-0630-21DD-A7F1-540D8293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397689"/>
            <a:ext cx="3750023" cy="34458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b="0" i="0">
                <a:effectLst/>
              </a:rPr>
              <a:t>Naive Bayes </a:t>
            </a:r>
            <a:r>
              <a:rPr lang="en-GB" b="0" i="0" err="1">
                <a:effectLst/>
              </a:rPr>
              <a:t>sınıflandırıcısının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temeli</a:t>
            </a:r>
            <a:r>
              <a:rPr lang="en-GB" b="0" i="0">
                <a:effectLst/>
              </a:rPr>
              <a:t> Bayes </a:t>
            </a:r>
            <a:r>
              <a:rPr lang="en-GB" b="0" i="0" err="1">
                <a:effectLst/>
              </a:rPr>
              <a:t>teoremine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dayanır</a:t>
            </a:r>
            <a:r>
              <a:rPr lang="en-GB" b="0" i="0">
                <a:effectLst/>
              </a:rPr>
              <a:t>. </a:t>
            </a:r>
            <a:r>
              <a:rPr lang="en-GB" b="1" i="0">
                <a:effectLst/>
              </a:rPr>
              <a:t>lazy </a:t>
            </a:r>
            <a:r>
              <a:rPr lang="en-GB" b="0" i="0">
                <a:effectLst/>
              </a:rPr>
              <a:t>( </a:t>
            </a:r>
            <a:r>
              <a:rPr lang="en-GB" b="0" i="0" err="1">
                <a:effectLst/>
              </a:rPr>
              <a:t>tembel</a:t>
            </a:r>
            <a:r>
              <a:rPr lang="en-GB" b="0" i="0">
                <a:effectLst/>
              </a:rPr>
              <a:t> ) </a:t>
            </a:r>
            <a:r>
              <a:rPr lang="en-GB" b="0" i="0" err="1">
                <a:effectLst/>
              </a:rPr>
              <a:t>bir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öğrenme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algoritmasıdır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aynı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zamanda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dengesiz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veri</a:t>
            </a:r>
            <a:r>
              <a:rPr lang="en-GB" b="0" i="0">
                <a:effectLst/>
              </a:rPr>
              <a:t> </a:t>
            </a:r>
            <a:r>
              <a:rPr lang="en-GB" b="0" i="0" err="1">
                <a:effectLst/>
              </a:rPr>
              <a:t>kümelerinde</a:t>
            </a:r>
            <a:r>
              <a:rPr lang="en-GB" b="0" i="0">
                <a:effectLst/>
              </a:rPr>
              <a:t> de </a:t>
            </a:r>
            <a:r>
              <a:rPr lang="en-GB" b="0" i="0" err="1">
                <a:effectLst/>
              </a:rPr>
              <a:t>çalışabilir</a:t>
            </a:r>
            <a:r>
              <a:rPr lang="en-GB" b="0" i="0">
                <a:effectLst/>
              </a:rPr>
              <a:t>. </a:t>
            </a:r>
            <a:r>
              <a:rPr lang="en-GB" err="1"/>
              <a:t>Algoritmanın</a:t>
            </a:r>
            <a:r>
              <a:rPr lang="en-GB"/>
              <a:t> </a:t>
            </a:r>
            <a:r>
              <a:rPr lang="en-GB" err="1"/>
              <a:t>çalışma</a:t>
            </a:r>
            <a:r>
              <a:rPr lang="en-GB"/>
              <a:t> </a:t>
            </a:r>
            <a:r>
              <a:rPr lang="en-GB" err="1"/>
              <a:t>şekli</a:t>
            </a:r>
            <a:r>
              <a:rPr lang="en-GB"/>
              <a:t> </a:t>
            </a:r>
            <a:r>
              <a:rPr lang="en-GB" err="1"/>
              <a:t>bir</a:t>
            </a:r>
            <a:r>
              <a:rPr lang="en-GB"/>
              <a:t> </a:t>
            </a:r>
            <a:r>
              <a:rPr lang="en-GB" err="1"/>
              <a:t>eleman</a:t>
            </a:r>
            <a:r>
              <a:rPr lang="en-GB"/>
              <a:t> </a:t>
            </a:r>
            <a:r>
              <a:rPr lang="en-GB" err="1"/>
              <a:t>için</a:t>
            </a:r>
            <a:r>
              <a:rPr lang="en-GB"/>
              <a:t> her </a:t>
            </a:r>
            <a:r>
              <a:rPr lang="en-GB" err="1"/>
              <a:t>durumun</a:t>
            </a:r>
            <a:r>
              <a:rPr lang="en-GB"/>
              <a:t> </a:t>
            </a:r>
            <a:r>
              <a:rPr lang="en-GB" err="1"/>
              <a:t>olasılığını</a:t>
            </a:r>
            <a:r>
              <a:rPr lang="en-GB"/>
              <a:t> </a:t>
            </a:r>
            <a:r>
              <a:rPr lang="en-GB" err="1"/>
              <a:t>hesaplar</a:t>
            </a:r>
            <a:r>
              <a:rPr lang="en-GB"/>
              <a:t> </a:t>
            </a:r>
            <a:r>
              <a:rPr lang="en-GB" err="1"/>
              <a:t>ve</a:t>
            </a:r>
            <a:r>
              <a:rPr lang="en-GB"/>
              <a:t> </a:t>
            </a:r>
            <a:r>
              <a:rPr lang="en-GB" err="1"/>
              <a:t>olasılık</a:t>
            </a:r>
            <a:r>
              <a:rPr lang="en-GB"/>
              <a:t> </a:t>
            </a:r>
            <a:r>
              <a:rPr lang="en-GB" err="1"/>
              <a:t>değeri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yüksek</a:t>
            </a:r>
            <a:r>
              <a:rPr lang="en-GB"/>
              <a:t> </a:t>
            </a:r>
            <a:r>
              <a:rPr lang="en-GB" err="1"/>
              <a:t>olana</a:t>
            </a:r>
            <a:r>
              <a:rPr lang="en-GB"/>
              <a:t> </a:t>
            </a:r>
            <a:r>
              <a:rPr lang="en-GB" err="1"/>
              <a:t>göre</a:t>
            </a:r>
            <a:r>
              <a:rPr lang="en-GB"/>
              <a:t> </a:t>
            </a:r>
            <a:r>
              <a:rPr lang="en-GB" err="1"/>
              <a:t>sınıflandırır</a:t>
            </a:r>
            <a:r>
              <a:rPr lang="en-GB"/>
              <a:t>.</a:t>
            </a:r>
            <a:endParaRPr lang="tr-TR" b="0" i="0">
              <a:effectLst/>
            </a:endParaRPr>
          </a:p>
          <a:p>
            <a:pPr>
              <a:lnSpc>
                <a:spcPct val="100000"/>
              </a:lnSpc>
            </a:pPr>
            <a:endParaRPr lang="en-GB"/>
          </a:p>
        </p:txBody>
      </p:sp>
      <p:pic>
        <p:nvPicPr>
          <p:cNvPr id="6" name="Resim 5" descr="diyagram, ekran görüntüsü, tasarım içeren bir resim&#10;&#10;Açıklama otomatik olarak oluşturuldu">
            <a:extLst>
              <a:ext uri="{FF2B5EF4-FFF2-40B4-BE49-F238E27FC236}">
                <a16:creationId xmlns:a16="http://schemas.microsoft.com/office/drawing/2014/main" id="{845CDC33-EFDF-355D-2724-D633F8AF1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983" y="2636356"/>
            <a:ext cx="4976017" cy="34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0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95C994-AF1D-10FC-3269-D253D544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Kullanım Amacı </a:t>
            </a:r>
            <a:r>
              <a:rPr lang="tr-TR" b="1" dirty="0"/>
              <a:t>Nedir?</a:t>
            </a:r>
            <a:endParaRPr lang="en-GB" b="1" dirty="0"/>
          </a:p>
        </p:txBody>
      </p:sp>
      <p:graphicFrame>
        <p:nvGraphicFramePr>
          <p:cNvPr id="20" name="Rectangle 7">
            <a:extLst>
              <a:ext uri="{FF2B5EF4-FFF2-40B4-BE49-F238E27FC236}">
                <a16:creationId xmlns:a16="http://schemas.microsoft.com/office/drawing/2014/main" id="{D7E8BF2A-ADF2-1B23-C130-FF59E585C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346711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702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03D01D-E14F-A6B8-B1BA-513F5E5F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r>
              <a:rPr lang="tr-TR" dirty="0"/>
              <a:t>Teorik Arka Planı</a:t>
            </a:r>
            <a:endParaRPr lang="en-GB" dirty="0"/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18BD164F-3746-B676-35BD-DA4112051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48521"/>
            <a:ext cx="5545867" cy="3470616"/>
          </a:xfrm>
        </p:spPr>
        <p:txBody>
          <a:bodyPr>
            <a:normAutofit/>
          </a:bodyPr>
          <a:lstStyle/>
          <a:p>
            <a:r>
              <a:rPr lang="en-GB" b="0" i="1">
                <a:effectLst/>
              </a:rPr>
              <a:t>P ( A | B )</a:t>
            </a:r>
            <a:r>
              <a:rPr lang="en-GB" b="0" i="0">
                <a:effectLst/>
              </a:rPr>
              <a:t> = B olayı gerçekleştiğinde A olayının gerçekleşme olasılığı</a:t>
            </a:r>
            <a:br>
              <a:rPr lang="en-GB" b="0" i="0">
                <a:effectLst/>
              </a:rPr>
            </a:br>
            <a:r>
              <a:rPr lang="en-GB" b="0" i="1">
                <a:effectLst/>
              </a:rPr>
              <a:t>P ( A ) </a:t>
            </a:r>
            <a:r>
              <a:rPr lang="en-GB" b="0" i="0">
                <a:effectLst/>
              </a:rPr>
              <a:t>= A olayının gerçekleşme olasılığı</a:t>
            </a:r>
            <a:br>
              <a:rPr lang="en-GB" b="0" i="0">
                <a:effectLst/>
              </a:rPr>
            </a:br>
            <a:r>
              <a:rPr lang="en-GB" b="0" i="1">
                <a:effectLst/>
              </a:rPr>
              <a:t>P ( B | A ) </a:t>
            </a:r>
            <a:r>
              <a:rPr lang="en-GB" b="0" i="0">
                <a:effectLst/>
              </a:rPr>
              <a:t>= A olayı gerçekleştiğinde B olayının gerçekleşme olasılığı</a:t>
            </a:r>
            <a:br>
              <a:rPr lang="en-GB" b="0" i="0">
                <a:effectLst/>
              </a:rPr>
            </a:br>
            <a:r>
              <a:rPr lang="en-GB" b="0" i="1">
                <a:effectLst/>
              </a:rPr>
              <a:t>P ( B )</a:t>
            </a:r>
            <a:r>
              <a:rPr lang="en-GB" b="0" i="0">
                <a:effectLst/>
              </a:rPr>
              <a:t> = B olayının gerçekleşme olasılığı</a:t>
            </a:r>
          </a:p>
          <a:p>
            <a:br>
              <a:rPr lang="en-GB">
                <a:effectLst/>
              </a:rPr>
            </a:br>
            <a:endParaRPr lang="en-GB" dirty="0"/>
          </a:p>
        </p:txBody>
      </p:sp>
      <p:pic>
        <p:nvPicPr>
          <p:cNvPr id="9" name="Resim 8" descr="metin, yazı tipi, ekran görüntüsü, diyagram içeren bir resim&#10;&#10;Açıklama otomatik olarak oluşturuldu">
            <a:extLst>
              <a:ext uri="{FF2B5EF4-FFF2-40B4-BE49-F238E27FC236}">
                <a16:creationId xmlns:a16="http://schemas.microsoft.com/office/drawing/2014/main" id="{05A5CEE2-AE72-6479-A7B8-D2CE9107D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16" y="2017232"/>
            <a:ext cx="4289283" cy="26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6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26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F04A08E-C17A-478B-CD64-AD2F6172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r>
              <a:rPr lang="tr-TR" dirty="0"/>
              <a:t>Teorik Arka Planı</a:t>
            </a:r>
            <a:endParaRPr lang="en-GB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5F02F5-5BAE-D3B3-3B5A-1BBFE0AFA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48521"/>
            <a:ext cx="5545867" cy="347061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sz="1600" b="1" i="0" dirty="0">
                <a:effectLst/>
                <a:latin typeface="source-serif-pro"/>
              </a:rPr>
              <a:t>Prior </a:t>
            </a:r>
            <a:r>
              <a:rPr lang="en-GB" sz="1600" b="1" i="0" dirty="0" err="1">
                <a:effectLst/>
                <a:latin typeface="source-serif-pro"/>
              </a:rPr>
              <a:t>Olasılık</a:t>
            </a:r>
            <a:r>
              <a:rPr lang="en-GB" sz="1600" b="1" i="0" dirty="0">
                <a:effectLst/>
                <a:latin typeface="source-serif-pro"/>
              </a:rPr>
              <a:t> </a:t>
            </a:r>
            <a:r>
              <a:rPr lang="en-GB" sz="1600" b="1" i="0" dirty="0" err="1">
                <a:effectLst/>
                <a:latin typeface="source-serif-pro"/>
              </a:rPr>
              <a:t>Hesaplaması</a:t>
            </a:r>
            <a:r>
              <a:rPr lang="en-GB" sz="1600" b="0" i="0" dirty="0">
                <a:effectLst/>
                <a:latin typeface="source-serif-pro"/>
              </a:rPr>
              <a:t> </a:t>
            </a:r>
            <a:r>
              <a:rPr lang="en-GB" sz="1600" b="1" i="0" dirty="0">
                <a:effectLst/>
                <a:latin typeface="source-serif-pro"/>
              </a:rPr>
              <a:t>(P(c)):</a:t>
            </a:r>
            <a:r>
              <a:rPr lang="en-GB" sz="1600" b="0" i="0" dirty="0">
                <a:effectLst/>
                <a:latin typeface="source-serif-pro"/>
              </a:rPr>
              <a:t> İlk </a:t>
            </a:r>
            <a:r>
              <a:rPr lang="en-GB" sz="1600" b="0" i="0" dirty="0" err="1">
                <a:effectLst/>
                <a:latin typeface="source-serif-pro"/>
              </a:rPr>
              <a:t>adım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gerçekleşme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bulmaktır</a:t>
            </a:r>
            <a:r>
              <a:rPr lang="en-GB" sz="1600" b="0" i="0" dirty="0">
                <a:effectLst/>
                <a:latin typeface="source-serif-pro"/>
              </a:rPr>
              <a:t>. Bu,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gerçekleşme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olasılığının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koşul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bilinmeden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önceki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varsayımsal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olasılığıdır</a:t>
            </a:r>
            <a:r>
              <a:rPr lang="en-GB" sz="1600" b="0" i="0" dirty="0">
                <a:effectLst/>
                <a:latin typeface="source-serif-pro"/>
              </a:rPr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sz="1600" b="1" i="0" dirty="0">
                <a:effectLst/>
                <a:latin typeface="source-serif-pro"/>
              </a:rPr>
              <a:t>Likelihood </a:t>
            </a:r>
            <a:r>
              <a:rPr lang="en-GB" sz="1600" b="1" i="0" dirty="0" err="1">
                <a:effectLst/>
                <a:latin typeface="source-serif-pro"/>
              </a:rPr>
              <a:t>Hesaplaması</a:t>
            </a:r>
            <a:r>
              <a:rPr lang="en-GB" sz="1600" b="1" i="0" dirty="0">
                <a:effectLst/>
                <a:latin typeface="source-serif-pro"/>
              </a:rPr>
              <a:t> (P(</a:t>
            </a:r>
            <a:r>
              <a:rPr lang="en-GB" sz="1600" b="1" i="0" dirty="0" err="1">
                <a:effectLst/>
                <a:latin typeface="source-serif-pro"/>
              </a:rPr>
              <a:t>d|c</a:t>
            </a:r>
            <a:r>
              <a:rPr lang="en-GB" sz="1600" b="1" i="0" dirty="0">
                <a:effectLst/>
                <a:latin typeface="source-serif-pro"/>
              </a:rPr>
              <a:t>)):</a:t>
            </a:r>
            <a:r>
              <a:rPr lang="en-GB" sz="1600" b="0" i="0" dirty="0">
                <a:effectLst/>
                <a:latin typeface="source-serif-pro"/>
              </a:rPr>
              <a:t> </a:t>
            </a:r>
            <a:r>
              <a:rPr lang="en-GB" sz="1600" b="0" i="0" dirty="0" err="1">
                <a:effectLst/>
                <a:latin typeface="source-serif-pro"/>
              </a:rPr>
              <a:t>İkinci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adım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koşulunda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başka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bir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gerçekleşme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hesaplamaktır</a:t>
            </a:r>
            <a:r>
              <a:rPr lang="en-GB" sz="1600" b="0" i="0" dirty="0">
                <a:effectLst/>
                <a:latin typeface="source-serif-pro"/>
              </a:rPr>
              <a:t>. Bu,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gerçekleşme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durumunda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diğer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gözlemlenen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ifade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eder</a:t>
            </a:r>
            <a:r>
              <a:rPr lang="en-GB" sz="1600" b="0" i="0" dirty="0">
                <a:effectLst/>
                <a:latin typeface="source-serif-pro"/>
              </a:rPr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sz="1600" b="1" i="0" dirty="0">
                <a:effectLst/>
                <a:latin typeface="source-serif-pro"/>
              </a:rPr>
              <a:t>Evidence </a:t>
            </a:r>
            <a:r>
              <a:rPr lang="en-GB" sz="1600" b="1" i="0" dirty="0" err="1">
                <a:effectLst/>
                <a:latin typeface="source-serif-pro"/>
              </a:rPr>
              <a:t>Hesaplaması</a:t>
            </a:r>
            <a:r>
              <a:rPr lang="en-GB" sz="1600" b="1" i="0" dirty="0">
                <a:effectLst/>
                <a:latin typeface="source-serif-pro"/>
              </a:rPr>
              <a:t> (P(d)):</a:t>
            </a:r>
            <a:r>
              <a:rPr lang="en-GB" sz="1600" b="0" i="0" dirty="0">
                <a:effectLst/>
                <a:latin typeface="source-serif-pro"/>
              </a:rPr>
              <a:t> </a:t>
            </a:r>
            <a:r>
              <a:rPr lang="en-GB" sz="1600" b="0" i="0" dirty="0" err="1">
                <a:effectLst/>
                <a:latin typeface="source-serif-pro"/>
              </a:rPr>
              <a:t>Üçüncü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adım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diğer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hesaplamaktır</a:t>
            </a:r>
            <a:r>
              <a:rPr lang="en-GB" sz="1600" b="0" i="0" dirty="0">
                <a:effectLst/>
                <a:latin typeface="source-serif-pro"/>
              </a:rPr>
              <a:t>. Bu,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gözlemlenen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ifade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eder</a:t>
            </a:r>
            <a:r>
              <a:rPr lang="en-GB" sz="1600" b="0" i="0" dirty="0">
                <a:effectLst/>
                <a:latin typeface="source-serif-pro"/>
              </a:rPr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sz="1600" b="1" i="0" dirty="0">
                <a:effectLst/>
                <a:latin typeface="source-serif-pro"/>
              </a:rPr>
              <a:t>Posterior </a:t>
            </a:r>
            <a:r>
              <a:rPr lang="en-GB" sz="1600" b="1" i="0" dirty="0" err="1">
                <a:effectLst/>
                <a:latin typeface="source-serif-pro"/>
              </a:rPr>
              <a:t>Olasılık</a:t>
            </a:r>
            <a:r>
              <a:rPr lang="en-GB" sz="1600" b="1" i="0" dirty="0">
                <a:effectLst/>
                <a:latin typeface="source-serif-pro"/>
              </a:rPr>
              <a:t> </a:t>
            </a:r>
            <a:r>
              <a:rPr lang="en-GB" sz="1600" b="1" i="0" dirty="0" err="1">
                <a:effectLst/>
                <a:latin typeface="source-serif-pro"/>
              </a:rPr>
              <a:t>Hesaplaması</a:t>
            </a:r>
            <a:r>
              <a:rPr lang="en-GB" sz="1600" b="1" i="0" dirty="0">
                <a:effectLst/>
                <a:latin typeface="source-serif-pro"/>
              </a:rPr>
              <a:t> (P(</a:t>
            </a:r>
            <a:r>
              <a:rPr lang="en-GB" sz="1600" b="1" i="0" dirty="0" err="1">
                <a:effectLst/>
                <a:latin typeface="source-serif-pro"/>
              </a:rPr>
              <a:t>c|d</a:t>
            </a:r>
            <a:r>
              <a:rPr lang="en-GB" sz="1600" b="1" i="0" dirty="0">
                <a:effectLst/>
                <a:latin typeface="source-serif-pro"/>
              </a:rPr>
              <a:t>)):</a:t>
            </a:r>
            <a:r>
              <a:rPr lang="en-GB" sz="1600" b="0" i="0" dirty="0">
                <a:effectLst/>
                <a:latin typeface="source-serif-pro"/>
              </a:rPr>
              <a:t> Son </a:t>
            </a:r>
            <a:r>
              <a:rPr lang="en-GB" sz="1600" b="0" i="0" dirty="0" err="1">
                <a:effectLst/>
                <a:latin typeface="source-serif-pro"/>
              </a:rPr>
              <a:t>adım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olayın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gerçekleşme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olasılığını</a:t>
            </a:r>
            <a:r>
              <a:rPr lang="en-GB" sz="1600" b="0" i="0" dirty="0">
                <a:effectLst/>
                <a:latin typeface="source-serif-pro"/>
              </a:rPr>
              <a:t>, </a:t>
            </a:r>
            <a:r>
              <a:rPr lang="en-GB" sz="1600" b="0" i="0" dirty="0" err="1">
                <a:effectLst/>
                <a:latin typeface="source-serif-pro"/>
              </a:rPr>
              <a:t>verilen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koşul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altında</a:t>
            </a:r>
            <a:r>
              <a:rPr lang="en-GB" sz="1600" b="0" i="0" dirty="0">
                <a:effectLst/>
                <a:latin typeface="source-serif-pro"/>
              </a:rPr>
              <a:t> (d </a:t>
            </a:r>
            <a:r>
              <a:rPr lang="en-GB" sz="1600" b="0" i="0" dirty="0" err="1">
                <a:effectLst/>
                <a:latin typeface="source-serif-pro"/>
              </a:rPr>
              <a:t>koşulu</a:t>
            </a:r>
            <a:r>
              <a:rPr lang="en-GB" sz="1600" b="0" i="0" dirty="0">
                <a:effectLst/>
                <a:latin typeface="source-serif-pro"/>
              </a:rPr>
              <a:t> </a:t>
            </a:r>
            <a:r>
              <a:rPr lang="en-GB" sz="1600" b="0" i="0" dirty="0" err="1">
                <a:effectLst/>
                <a:latin typeface="source-serif-pro"/>
              </a:rPr>
              <a:t>altında</a:t>
            </a:r>
            <a:r>
              <a:rPr lang="en-GB" sz="1600" b="0" i="0" dirty="0">
                <a:effectLst/>
                <a:latin typeface="source-serif-pro"/>
              </a:rPr>
              <a:t>) </a:t>
            </a:r>
            <a:r>
              <a:rPr lang="en-GB" sz="1600" b="0" i="0" dirty="0" err="1">
                <a:effectLst/>
                <a:latin typeface="source-serif-pro"/>
              </a:rPr>
              <a:t>hesaplamaktır</a:t>
            </a:r>
            <a:r>
              <a:rPr lang="en-GB" sz="1600" b="0" i="0" dirty="0">
                <a:effectLst/>
                <a:latin typeface="source-serif-pro"/>
              </a:rPr>
              <a:t>.</a:t>
            </a:r>
          </a:p>
          <a:p>
            <a:pPr>
              <a:lnSpc>
                <a:spcPct val="100000"/>
              </a:lnSpc>
            </a:pPr>
            <a:endParaRPr lang="en-GB" sz="1400" dirty="0"/>
          </a:p>
        </p:txBody>
      </p:sp>
      <p:pic>
        <p:nvPicPr>
          <p:cNvPr id="5" name="Resim 4" descr="metin, yazı tipi, ekran görüntüsü, çizgi içeren bir resim&#10;&#10;Açıklama otomatik olarak oluşturuldu">
            <a:extLst>
              <a:ext uri="{FF2B5EF4-FFF2-40B4-BE49-F238E27FC236}">
                <a16:creationId xmlns:a16="http://schemas.microsoft.com/office/drawing/2014/main" id="{E584973D-0AEE-8F19-65B5-2D695568C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16" y="2451522"/>
            <a:ext cx="4289283" cy="178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8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A22F9C-CFAB-C1DF-7922-1DBD2FA4F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3"/>
            <a:ext cx="5369169" cy="1257730"/>
          </a:xfrm>
        </p:spPr>
        <p:txBody>
          <a:bodyPr>
            <a:normAutofit/>
          </a:bodyPr>
          <a:lstStyle/>
          <a:p>
            <a:r>
              <a:rPr lang="tr-TR" dirty="0"/>
              <a:t>Teorik Arka Planı</a:t>
            </a:r>
            <a:endParaRPr lang="en-GB" dirty="0"/>
          </a:p>
        </p:txBody>
      </p:sp>
      <p:sp>
        <p:nvSpPr>
          <p:cNvPr id="17" name="İçerik Yer Tutucusu 2">
            <a:extLst>
              <a:ext uri="{FF2B5EF4-FFF2-40B4-BE49-F238E27FC236}">
                <a16:creationId xmlns:a16="http://schemas.microsoft.com/office/drawing/2014/main" id="{48DC4149-F23B-5521-7636-305F59A28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24" y="1839210"/>
            <a:ext cx="5644298" cy="4698749"/>
          </a:xfrm>
        </p:spPr>
        <p:txBody>
          <a:bodyPr anchor="t">
            <a:normAutofit fontScale="92500" lnSpcReduction="10000"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700" dirty="0" err="1"/>
              <a:t>Birçok</a:t>
            </a:r>
            <a:r>
              <a:rPr lang="en-GB" sz="1700" dirty="0"/>
              <a:t> </a:t>
            </a:r>
            <a:r>
              <a:rPr lang="en-GB" sz="1700" dirty="0" err="1"/>
              <a:t>uygulama</a:t>
            </a:r>
            <a:r>
              <a:rPr lang="en-GB" sz="1700" dirty="0"/>
              <a:t> </a:t>
            </a:r>
            <a:r>
              <a:rPr lang="en-GB" sz="1700" dirty="0" err="1"/>
              <a:t>zayıf</a:t>
            </a:r>
            <a:r>
              <a:rPr lang="en-GB" sz="1700" dirty="0"/>
              <a:t> </a:t>
            </a:r>
            <a:r>
              <a:rPr lang="en-GB" sz="1700" dirty="0" err="1"/>
              <a:t>özellikleri</a:t>
            </a:r>
            <a:r>
              <a:rPr lang="en-GB" sz="1700" dirty="0"/>
              <a:t> </a:t>
            </a:r>
            <a:r>
              <a:rPr lang="en-GB" sz="1700" dirty="0" err="1"/>
              <a:t>göz</a:t>
            </a:r>
            <a:r>
              <a:rPr lang="en-GB" sz="1700" dirty="0"/>
              <a:t> </a:t>
            </a:r>
            <a:r>
              <a:rPr lang="en-GB" sz="1700" dirty="0" err="1"/>
              <a:t>ardı</a:t>
            </a:r>
            <a:r>
              <a:rPr lang="en-GB" sz="1700" dirty="0"/>
              <a:t> </a:t>
            </a:r>
            <a:r>
              <a:rPr lang="en-GB" sz="1700" dirty="0" err="1"/>
              <a:t>ederken</a:t>
            </a:r>
            <a:r>
              <a:rPr lang="tr-TR" sz="1700" dirty="0"/>
              <a:t>,</a:t>
            </a:r>
            <a:r>
              <a:rPr lang="en-GB" sz="1700" dirty="0"/>
              <a:t> Baye</a:t>
            </a:r>
            <a:r>
              <a:rPr lang="tr-TR" sz="1700" dirty="0"/>
              <a:t>s</a:t>
            </a:r>
            <a:r>
              <a:rPr lang="en-GB" sz="1700" dirty="0"/>
              <a:t> </a:t>
            </a:r>
            <a:r>
              <a:rPr lang="en-GB" sz="1700" dirty="0" err="1"/>
              <a:t>algoritması</a:t>
            </a:r>
            <a:r>
              <a:rPr lang="en-GB" sz="1700" dirty="0"/>
              <a:t> </a:t>
            </a:r>
            <a:r>
              <a:rPr lang="en-GB" sz="1700" dirty="0" err="1"/>
              <a:t>bu</a:t>
            </a:r>
            <a:r>
              <a:rPr lang="en-GB" sz="1700" dirty="0"/>
              <a:t> </a:t>
            </a:r>
            <a:r>
              <a:rPr lang="en-GB" sz="1700" dirty="0" err="1"/>
              <a:t>özellikleri</a:t>
            </a:r>
            <a:r>
              <a:rPr lang="en-GB" sz="1700" dirty="0"/>
              <a:t> de </a:t>
            </a:r>
            <a:r>
              <a:rPr lang="en-GB" sz="1700" dirty="0" err="1"/>
              <a:t>dikkate</a:t>
            </a:r>
            <a:r>
              <a:rPr lang="en-GB" sz="1700" dirty="0"/>
              <a:t> </a:t>
            </a:r>
            <a:r>
              <a:rPr lang="en-GB" sz="1700" dirty="0" err="1"/>
              <a:t>alarak</a:t>
            </a:r>
            <a:r>
              <a:rPr lang="en-GB" sz="1700" dirty="0"/>
              <a:t> </a:t>
            </a:r>
            <a:r>
              <a:rPr lang="en-GB" sz="1700" dirty="0" err="1"/>
              <a:t>çok</a:t>
            </a:r>
            <a:r>
              <a:rPr lang="en-GB" sz="1700" dirty="0"/>
              <a:t> </a:t>
            </a:r>
            <a:r>
              <a:rPr lang="en-GB" sz="1700" dirty="0" err="1"/>
              <a:t>sayıda</a:t>
            </a:r>
            <a:r>
              <a:rPr lang="en-GB" sz="1700" dirty="0"/>
              <a:t> </a:t>
            </a:r>
            <a:r>
              <a:rPr lang="en-GB" sz="1700" dirty="0" err="1"/>
              <a:t>özellikten</a:t>
            </a:r>
            <a:r>
              <a:rPr lang="en-GB" sz="1700" dirty="0"/>
              <a:t> </a:t>
            </a:r>
            <a:r>
              <a:rPr lang="en-GB" sz="1700" dirty="0" err="1"/>
              <a:t>gelen</a:t>
            </a:r>
            <a:r>
              <a:rPr lang="en-GB" sz="1700" dirty="0"/>
              <a:t> </a:t>
            </a:r>
            <a:r>
              <a:rPr lang="en-GB" sz="1700" dirty="0" err="1"/>
              <a:t>bilgileri</a:t>
            </a:r>
            <a:r>
              <a:rPr lang="en-GB" sz="1700" dirty="0"/>
              <a:t> </a:t>
            </a:r>
            <a:r>
              <a:rPr lang="en-GB" sz="1700" dirty="0" err="1"/>
              <a:t>aynı</a:t>
            </a:r>
            <a:r>
              <a:rPr lang="en-GB" sz="1700" dirty="0"/>
              <a:t> </a:t>
            </a:r>
            <a:r>
              <a:rPr lang="en-GB" sz="1700" dirty="0" err="1"/>
              <a:t>anda</a:t>
            </a:r>
            <a:r>
              <a:rPr lang="en-GB" sz="1700" dirty="0"/>
              <a:t> </a:t>
            </a:r>
            <a:r>
              <a:rPr lang="en-GB" sz="1700" dirty="0" err="1"/>
              <a:t>kullanarak</a:t>
            </a:r>
            <a:r>
              <a:rPr lang="en-GB" sz="1700" dirty="0"/>
              <a:t> </a:t>
            </a:r>
            <a:r>
              <a:rPr lang="en-GB" sz="1700" dirty="0" err="1"/>
              <a:t>etkili</a:t>
            </a:r>
            <a:r>
              <a:rPr lang="en-GB" sz="1700" dirty="0"/>
              <a:t> </a:t>
            </a:r>
            <a:r>
              <a:rPr lang="en-GB" sz="1700" dirty="0" err="1"/>
              <a:t>bir</a:t>
            </a:r>
            <a:r>
              <a:rPr lang="en-GB" sz="1700" dirty="0"/>
              <a:t> </a:t>
            </a:r>
            <a:r>
              <a:rPr lang="en-GB" sz="1700" dirty="0" err="1"/>
              <a:t>çözüm</a:t>
            </a:r>
            <a:r>
              <a:rPr lang="en-GB" sz="1700" dirty="0"/>
              <a:t> </a:t>
            </a:r>
            <a:r>
              <a:rPr lang="en-GB" sz="1700" dirty="0" err="1"/>
              <a:t>oluşturur</a:t>
            </a:r>
            <a:r>
              <a:rPr lang="en-GB" sz="1700" dirty="0"/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Baye</a:t>
            </a:r>
            <a:r>
              <a:rPr lang="tr-TR" sz="1700" dirty="0"/>
              <a:t>s</a:t>
            </a:r>
            <a:r>
              <a:rPr lang="en-GB" sz="1700" dirty="0"/>
              <a:t> </a:t>
            </a:r>
            <a:r>
              <a:rPr lang="en-GB" sz="1700" dirty="0" err="1"/>
              <a:t>algoritması</a:t>
            </a:r>
            <a:r>
              <a:rPr lang="en-GB" sz="1700" dirty="0"/>
              <a:t>, </a:t>
            </a:r>
            <a:r>
              <a:rPr lang="en-GB" sz="1700" dirty="0" err="1"/>
              <a:t>az</a:t>
            </a:r>
            <a:r>
              <a:rPr lang="en-GB" sz="1700" dirty="0"/>
              <a:t> </a:t>
            </a:r>
            <a:r>
              <a:rPr lang="en-GB" sz="1700" dirty="0" err="1"/>
              <a:t>veriyle</a:t>
            </a:r>
            <a:r>
              <a:rPr lang="en-GB" sz="1700" dirty="0"/>
              <a:t> </a:t>
            </a:r>
            <a:r>
              <a:rPr lang="en-GB" sz="1700" dirty="0" err="1"/>
              <a:t>başarılı</a:t>
            </a:r>
            <a:r>
              <a:rPr lang="en-GB" sz="1700" dirty="0"/>
              <a:t> </a:t>
            </a:r>
            <a:r>
              <a:rPr lang="en-GB" sz="1700" dirty="0" err="1"/>
              <a:t>olabilir</a:t>
            </a:r>
            <a:r>
              <a:rPr lang="en-GB" sz="1700" dirty="0"/>
              <a:t> ,</a:t>
            </a:r>
            <a:r>
              <a:rPr lang="en-GB" sz="1700" dirty="0" err="1"/>
              <a:t>sürekli</a:t>
            </a:r>
            <a:r>
              <a:rPr lang="en-GB" sz="1700" dirty="0"/>
              <a:t> </a:t>
            </a:r>
            <a:r>
              <a:rPr lang="en-GB" sz="1700" dirty="0" err="1"/>
              <a:t>ve</a:t>
            </a:r>
            <a:r>
              <a:rPr lang="en-GB" sz="1700" dirty="0"/>
              <a:t> </a:t>
            </a:r>
            <a:r>
              <a:rPr lang="en-GB" sz="1700" dirty="0" err="1"/>
              <a:t>kesikli</a:t>
            </a:r>
            <a:r>
              <a:rPr lang="en-GB" sz="1700" dirty="0"/>
              <a:t> </a:t>
            </a:r>
            <a:r>
              <a:rPr lang="en-GB" sz="1700" dirty="0" err="1"/>
              <a:t>verilerde</a:t>
            </a:r>
            <a:r>
              <a:rPr lang="en-GB" sz="1700" dirty="0"/>
              <a:t> </a:t>
            </a:r>
            <a:r>
              <a:rPr lang="en-GB" sz="1700" dirty="0" err="1"/>
              <a:t>kullanılabilir</a:t>
            </a:r>
            <a:r>
              <a:rPr lang="en-GB" sz="1700" dirty="0"/>
              <a:t>, </a:t>
            </a:r>
            <a:r>
              <a:rPr lang="en-GB" sz="1700" dirty="0" err="1"/>
              <a:t>yüksek</a:t>
            </a:r>
            <a:r>
              <a:rPr lang="en-GB" sz="1700" dirty="0"/>
              <a:t> </a:t>
            </a:r>
            <a:r>
              <a:rPr lang="en-GB" sz="1700" dirty="0" err="1"/>
              <a:t>boyutlu</a:t>
            </a:r>
            <a:r>
              <a:rPr lang="en-GB" sz="1700" dirty="0"/>
              <a:t> </a:t>
            </a:r>
            <a:r>
              <a:rPr lang="en-GB" sz="1700" dirty="0" err="1"/>
              <a:t>verilerle</a:t>
            </a:r>
            <a:r>
              <a:rPr lang="en-GB" sz="1700" dirty="0"/>
              <a:t> </a:t>
            </a:r>
            <a:r>
              <a:rPr lang="en-GB" sz="1700" dirty="0" err="1"/>
              <a:t>çalışılabilir</a:t>
            </a:r>
            <a:r>
              <a:rPr lang="en-GB" sz="1700" dirty="0"/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 Bayer </a:t>
            </a:r>
            <a:r>
              <a:rPr lang="en-GB" sz="1700" dirty="0" err="1"/>
              <a:t>yönteminde</a:t>
            </a:r>
            <a:r>
              <a:rPr lang="en-GB" sz="1700" dirty="0"/>
              <a:t> zero frequency(</a:t>
            </a:r>
            <a:r>
              <a:rPr lang="en-GB" sz="1700" dirty="0" err="1"/>
              <a:t>sıfır</a:t>
            </a:r>
            <a:r>
              <a:rPr lang="en-GB" sz="1700" dirty="0"/>
              <a:t> </a:t>
            </a:r>
            <a:r>
              <a:rPr lang="en-GB" sz="1700" dirty="0" err="1"/>
              <a:t>frekans</a:t>
            </a:r>
            <a:r>
              <a:rPr lang="en-GB" sz="1700" dirty="0"/>
              <a:t>) </a:t>
            </a:r>
            <a:r>
              <a:rPr lang="en-GB" sz="1700" dirty="0" err="1"/>
              <a:t>ile</a:t>
            </a:r>
            <a:r>
              <a:rPr lang="en-GB" sz="1700" dirty="0"/>
              <a:t> </a:t>
            </a:r>
            <a:r>
              <a:rPr lang="en-GB" sz="1700" dirty="0" err="1"/>
              <a:t>karşılaşılabilir</a:t>
            </a:r>
            <a:r>
              <a:rPr lang="en-GB" sz="1700" dirty="0"/>
              <a:t>. </a:t>
            </a:r>
            <a:r>
              <a:rPr lang="en-GB" sz="1700" dirty="0" err="1"/>
              <a:t>Sıfır</a:t>
            </a:r>
            <a:r>
              <a:rPr lang="en-GB" sz="1700" dirty="0"/>
              <a:t> </a:t>
            </a:r>
            <a:r>
              <a:rPr lang="en-GB" sz="1700" dirty="0" err="1"/>
              <a:t>frekans</a:t>
            </a:r>
            <a:r>
              <a:rPr lang="en-GB" sz="1700" dirty="0"/>
              <a:t>, test(</a:t>
            </a:r>
            <a:r>
              <a:rPr lang="en-GB" sz="1700" dirty="0" err="1"/>
              <a:t>deneme</a:t>
            </a:r>
            <a:r>
              <a:rPr lang="en-GB" sz="1700" dirty="0"/>
              <a:t>) </a:t>
            </a:r>
            <a:r>
              <a:rPr lang="en-GB" sz="1700" dirty="0" err="1"/>
              <a:t>kümesinde</a:t>
            </a:r>
            <a:r>
              <a:rPr lang="en-GB" sz="1700" dirty="0"/>
              <a:t> </a:t>
            </a:r>
            <a:r>
              <a:rPr lang="en-GB" sz="1700" dirty="0" err="1"/>
              <a:t>yer</a:t>
            </a:r>
            <a:r>
              <a:rPr lang="en-GB" sz="1700" dirty="0"/>
              <a:t> </a:t>
            </a:r>
            <a:r>
              <a:rPr lang="en-GB" sz="1700" dirty="0" err="1"/>
              <a:t>alan</a:t>
            </a:r>
            <a:r>
              <a:rPr lang="en-GB" sz="1700" dirty="0"/>
              <a:t> </a:t>
            </a:r>
            <a:r>
              <a:rPr lang="en-GB" sz="1700" dirty="0" err="1"/>
              <a:t>bir</a:t>
            </a:r>
            <a:r>
              <a:rPr lang="en-GB" sz="1700" dirty="0"/>
              <a:t> </a:t>
            </a:r>
            <a:r>
              <a:rPr lang="en-GB" sz="1700" dirty="0" err="1"/>
              <a:t>değerin</a:t>
            </a:r>
            <a:r>
              <a:rPr lang="en-GB" sz="1700" dirty="0"/>
              <a:t> </a:t>
            </a:r>
            <a:r>
              <a:rPr lang="en-GB" sz="1700" dirty="0" err="1"/>
              <a:t>eğitim</a:t>
            </a:r>
            <a:r>
              <a:rPr lang="en-GB" sz="1700" dirty="0"/>
              <a:t> </a:t>
            </a:r>
            <a:r>
              <a:rPr lang="en-GB" sz="1700" dirty="0" err="1"/>
              <a:t>kümesinde</a:t>
            </a:r>
            <a:r>
              <a:rPr lang="en-GB" sz="1700" dirty="0"/>
              <a:t> </a:t>
            </a:r>
            <a:r>
              <a:rPr lang="en-GB" sz="1700" dirty="0" err="1"/>
              <a:t>gözlemlenememesi</a:t>
            </a:r>
            <a:r>
              <a:rPr lang="en-GB" sz="1700" dirty="0"/>
              <a:t> </a:t>
            </a:r>
            <a:r>
              <a:rPr lang="en-GB" sz="1700" dirty="0" err="1"/>
              <a:t>durumunda</a:t>
            </a:r>
            <a:r>
              <a:rPr lang="en-GB" sz="1700" dirty="0"/>
              <a:t> </a:t>
            </a:r>
            <a:r>
              <a:rPr lang="en-GB" sz="1700" dirty="0" err="1"/>
              <a:t>olasılık</a:t>
            </a:r>
            <a:r>
              <a:rPr lang="en-GB" sz="1700" dirty="0"/>
              <a:t> </a:t>
            </a:r>
            <a:r>
              <a:rPr lang="en-GB" sz="1700" dirty="0" err="1"/>
              <a:t>değerinin</a:t>
            </a:r>
            <a:r>
              <a:rPr lang="en-GB" sz="1700" dirty="0"/>
              <a:t> 0 </a:t>
            </a:r>
            <a:r>
              <a:rPr lang="en-GB" sz="1700" dirty="0" err="1"/>
              <a:t>kabul</a:t>
            </a:r>
            <a:r>
              <a:rPr lang="en-GB" sz="1700" dirty="0"/>
              <a:t> </a:t>
            </a:r>
            <a:r>
              <a:rPr lang="en-GB" sz="1700" dirty="0" err="1"/>
              <a:t>edilerek</a:t>
            </a:r>
            <a:r>
              <a:rPr lang="en-GB" sz="1700" dirty="0"/>
              <a:t> </a:t>
            </a:r>
            <a:r>
              <a:rPr lang="en-GB" sz="1700" dirty="0" err="1"/>
              <a:t>tahmin</a:t>
            </a:r>
            <a:r>
              <a:rPr lang="en-GB" sz="1700" dirty="0"/>
              <a:t> </a:t>
            </a:r>
            <a:r>
              <a:rPr lang="en-GB" sz="1700" dirty="0" err="1"/>
              <a:t>yapılamaması</a:t>
            </a:r>
            <a:r>
              <a:rPr lang="en-GB" sz="1700" dirty="0"/>
              <a:t> </a:t>
            </a:r>
            <a:r>
              <a:rPr lang="en-GB" sz="1700" dirty="0" err="1"/>
              <a:t>durumudur</a:t>
            </a:r>
            <a:r>
              <a:rPr lang="en-GB" sz="1700" dirty="0"/>
              <a:t>. Bu </a:t>
            </a:r>
            <a:r>
              <a:rPr lang="en-GB" sz="1700" dirty="0" err="1"/>
              <a:t>sorunu</a:t>
            </a:r>
            <a:r>
              <a:rPr lang="en-GB" sz="1700" dirty="0"/>
              <a:t> </a:t>
            </a:r>
            <a:r>
              <a:rPr lang="en-GB" sz="1700" dirty="0" err="1"/>
              <a:t>ortadan</a:t>
            </a:r>
            <a:r>
              <a:rPr lang="en-GB" sz="1700" dirty="0"/>
              <a:t> </a:t>
            </a:r>
            <a:r>
              <a:rPr lang="en-GB" sz="1700" dirty="0" err="1"/>
              <a:t>kaldırmak</a:t>
            </a:r>
            <a:r>
              <a:rPr lang="en-GB" sz="1700" dirty="0"/>
              <a:t> </a:t>
            </a:r>
            <a:r>
              <a:rPr lang="en-GB" sz="1700" dirty="0" err="1"/>
              <a:t>için</a:t>
            </a:r>
            <a:r>
              <a:rPr lang="en-GB" sz="1700" dirty="0"/>
              <a:t> </a:t>
            </a:r>
            <a:r>
              <a:rPr lang="en-GB" sz="1700" dirty="0" err="1"/>
              <a:t>laplace</a:t>
            </a:r>
            <a:r>
              <a:rPr lang="en-GB" sz="1700" dirty="0"/>
              <a:t> </a:t>
            </a:r>
            <a:r>
              <a:rPr lang="en-GB" sz="1700" dirty="0" err="1"/>
              <a:t>tahmin</a:t>
            </a:r>
            <a:r>
              <a:rPr lang="en-GB" sz="1700" dirty="0"/>
              <a:t> </a:t>
            </a:r>
            <a:r>
              <a:rPr lang="en-GB" sz="1700" dirty="0" err="1"/>
              <a:t>yöntemi</a:t>
            </a:r>
            <a:r>
              <a:rPr lang="en-GB" sz="1700" dirty="0"/>
              <a:t> </a:t>
            </a:r>
            <a:r>
              <a:rPr lang="en-GB" sz="1700" dirty="0" err="1"/>
              <a:t>kullanılır</a:t>
            </a:r>
            <a:r>
              <a:rPr lang="en-GB" sz="1700" dirty="0"/>
              <a:t>, </a:t>
            </a:r>
            <a:r>
              <a:rPr lang="en-GB" sz="1700" dirty="0" err="1"/>
              <a:t>yani</a:t>
            </a:r>
            <a:r>
              <a:rPr lang="en-GB" sz="1700" dirty="0"/>
              <a:t> </a:t>
            </a:r>
            <a:r>
              <a:rPr lang="en-GB" sz="1700" dirty="0" err="1"/>
              <a:t>tüm</a:t>
            </a:r>
            <a:r>
              <a:rPr lang="en-GB" sz="1700" dirty="0"/>
              <a:t> </a:t>
            </a:r>
            <a:r>
              <a:rPr lang="en-GB" sz="1700" dirty="0" err="1"/>
              <a:t>verilere</a:t>
            </a:r>
            <a:r>
              <a:rPr lang="en-GB" sz="1700" dirty="0"/>
              <a:t> minimum </a:t>
            </a:r>
            <a:r>
              <a:rPr lang="en-GB" sz="1700" dirty="0" err="1"/>
              <a:t>değer</a:t>
            </a:r>
            <a:r>
              <a:rPr lang="en-GB" sz="1700" dirty="0"/>
              <a:t> </a:t>
            </a:r>
            <a:r>
              <a:rPr lang="en-GB" sz="1700" dirty="0" err="1"/>
              <a:t>eklenir</a:t>
            </a:r>
            <a:r>
              <a:rPr lang="en-GB" sz="1700" dirty="0"/>
              <a:t>( minimum </a:t>
            </a:r>
            <a:r>
              <a:rPr lang="en-GB" sz="1700" dirty="0" err="1"/>
              <a:t>değer</a:t>
            </a:r>
            <a:r>
              <a:rPr lang="en-GB" sz="1700" dirty="0"/>
              <a:t> </a:t>
            </a:r>
            <a:r>
              <a:rPr lang="en-GB" sz="1700" dirty="0" err="1"/>
              <a:t>genellikle</a:t>
            </a:r>
            <a:r>
              <a:rPr lang="en-GB" sz="1700" dirty="0"/>
              <a:t> 1 </a:t>
            </a:r>
            <a:r>
              <a:rPr lang="en-GB" sz="1700" dirty="0" err="1"/>
              <a:t>olur</a:t>
            </a:r>
            <a:r>
              <a:rPr lang="en-GB" sz="1700" dirty="0"/>
              <a:t>). </a:t>
            </a:r>
            <a:r>
              <a:rPr lang="en-GB" sz="1700" dirty="0" err="1"/>
              <a:t>Böylece</a:t>
            </a:r>
            <a:r>
              <a:rPr lang="en-GB" sz="1700" dirty="0"/>
              <a:t> </a:t>
            </a:r>
            <a:r>
              <a:rPr lang="en-GB" sz="1700" dirty="0" err="1"/>
              <a:t>bu</a:t>
            </a:r>
            <a:r>
              <a:rPr lang="en-GB" sz="1700" dirty="0"/>
              <a:t> </a:t>
            </a:r>
            <a:r>
              <a:rPr lang="en-GB" sz="1700" dirty="0" err="1"/>
              <a:t>olasılık</a:t>
            </a:r>
            <a:r>
              <a:rPr lang="en-GB" sz="1700" dirty="0"/>
              <a:t> </a:t>
            </a:r>
            <a:r>
              <a:rPr lang="en-GB" sz="1700" dirty="0" err="1"/>
              <a:t>ortadan</a:t>
            </a:r>
            <a:r>
              <a:rPr lang="en-GB" sz="1700" dirty="0"/>
              <a:t> </a:t>
            </a:r>
            <a:r>
              <a:rPr lang="en-GB" sz="1700" dirty="0" err="1"/>
              <a:t>kaldırılır</a:t>
            </a:r>
            <a:r>
              <a:rPr lang="en-GB" sz="1700" dirty="0"/>
              <a:t>. </a:t>
            </a:r>
            <a:endParaRPr lang="tr-TR" sz="17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700" b="1" dirty="0"/>
              <a:t>Naive </a:t>
            </a:r>
            <a:r>
              <a:rPr lang="en-GB" sz="1700" b="1" dirty="0" err="1"/>
              <a:t>Bayes'in</a:t>
            </a:r>
            <a:r>
              <a:rPr lang="en-GB" sz="1700" b="1" dirty="0"/>
              <a:t> </a:t>
            </a:r>
            <a:r>
              <a:rPr lang="en-GB" sz="1700" b="1" dirty="0" err="1"/>
              <a:t>Temel</a:t>
            </a:r>
            <a:r>
              <a:rPr lang="en-GB" sz="1700" b="1" dirty="0"/>
              <a:t> </a:t>
            </a:r>
            <a:r>
              <a:rPr lang="en-GB" sz="1700" b="1" dirty="0" err="1"/>
              <a:t>Varsayımı</a:t>
            </a:r>
            <a:r>
              <a:rPr lang="en-GB" sz="1700" b="1" dirty="0"/>
              <a:t>:</a:t>
            </a:r>
            <a:r>
              <a:rPr lang="tr-TR" sz="1700" b="1" dirty="0"/>
              <a:t> </a:t>
            </a:r>
            <a:r>
              <a:rPr lang="en-GB" sz="1700" dirty="0" err="1"/>
              <a:t>Özelliklerin</a:t>
            </a:r>
            <a:r>
              <a:rPr lang="en-GB" sz="1700" dirty="0"/>
              <a:t> </a:t>
            </a:r>
            <a:r>
              <a:rPr lang="en-GB" sz="1700" dirty="0" err="1"/>
              <a:t>birbirinden</a:t>
            </a:r>
            <a:r>
              <a:rPr lang="en-GB" sz="1700" dirty="0"/>
              <a:t> </a:t>
            </a:r>
            <a:r>
              <a:rPr lang="en-GB" sz="1700" dirty="0" err="1"/>
              <a:t>bağımsız</a:t>
            </a:r>
            <a:r>
              <a:rPr lang="en-GB" sz="1700" dirty="0"/>
              <a:t> </a:t>
            </a:r>
            <a:r>
              <a:rPr lang="en-GB" sz="1700" dirty="0" err="1"/>
              <a:t>olduğu</a:t>
            </a:r>
            <a:r>
              <a:rPr lang="en-GB" sz="1700" dirty="0"/>
              <a:t> </a:t>
            </a:r>
            <a:r>
              <a:rPr lang="en-GB" sz="1700" dirty="0" err="1"/>
              <a:t>varsayılır</a:t>
            </a:r>
            <a:r>
              <a:rPr lang="en-GB" sz="1700" dirty="0"/>
              <a:t>.</a:t>
            </a:r>
            <a:r>
              <a:rPr lang="tr-TR" sz="1700" dirty="0"/>
              <a:t> Karmaşık matematiksel hesaplama gerektirmeden etkili sonuçlar üretir.</a:t>
            </a:r>
            <a:endParaRPr lang="en-GB" sz="17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100" dirty="0"/>
          </a:p>
        </p:txBody>
      </p:sp>
      <p:pic>
        <p:nvPicPr>
          <p:cNvPr id="5" name="Picture 4" descr="Performans düşüşünü gösteren büyüteç">
            <a:extLst>
              <a:ext uri="{FF2B5EF4-FFF2-40B4-BE49-F238E27FC236}">
                <a16:creationId xmlns:a16="http://schemas.microsoft.com/office/drawing/2014/main" id="{886E4B3E-ED80-FBFD-8B96-C4ABC7C3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" r="33349" b="-1"/>
          <a:stretch/>
        </p:blipFill>
        <p:spPr>
          <a:xfrm>
            <a:off x="6408746" y="341196"/>
            <a:ext cx="5783254" cy="5827839"/>
          </a:xfrm>
          <a:custGeom>
            <a:avLst/>
            <a:gdLst/>
            <a:ahLst/>
            <a:cxnLst/>
            <a:rect l="l" t="t" r="r" b="b"/>
            <a:pathLst>
              <a:path w="5783254" h="5827839">
                <a:moveTo>
                  <a:pt x="4737899" y="4735529"/>
                </a:moveTo>
                <a:cubicBezTo>
                  <a:pt x="5039532" y="4735529"/>
                  <a:pt x="5284054" y="4980051"/>
                  <a:pt x="5284054" y="5281684"/>
                </a:cubicBezTo>
                <a:cubicBezTo>
                  <a:pt x="5284054" y="5583317"/>
                  <a:pt x="5039532" y="5827839"/>
                  <a:pt x="4737899" y="5827839"/>
                </a:cubicBezTo>
                <a:cubicBezTo>
                  <a:pt x="4436266" y="5827839"/>
                  <a:pt x="4191744" y="5583317"/>
                  <a:pt x="4191744" y="5281684"/>
                </a:cubicBezTo>
                <a:cubicBezTo>
                  <a:pt x="4191744" y="4980051"/>
                  <a:pt x="4436266" y="4735529"/>
                  <a:pt x="4737899" y="4735529"/>
                </a:cubicBezTo>
                <a:close/>
                <a:moveTo>
                  <a:pt x="926278" y="4451445"/>
                </a:moveTo>
                <a:cubicBezTo>
                  <a:pt x="1155542" y="4451445"/>
                  <a:pt x="1341398" y="4637301"/>
                  <a:pt x="1341398" y="4866565"/>
                </a:cubicBezTo>
                <a:cubicBezTo>
                  <a:pt x="1341398" y="5095829"/>
                  <a:pt x="1155542" y="5281685"/>
                  <a:pt x="926278" y="5281685"/>
                </a:cubicBezTo>
                <a:cubicBezTo>
                  <a:pt x="697014" y="5281685"/>
                  <a:pt x="511158" y="5095829"/>
                  <a:pt x="511158" y="4866565"/>
                </a:cubicBezTo>
                <a:cubicBezTo>
                  <a:pt x="511158" y="4637301"/>
                  <a:pt x="697014" y="4451445"/>
                  <a:pt x="926278" y="4451445"/>
                </a:cubicBezTo>
                <a:close/>
                <a:moveTo>
                  <a:pt x="1681949" y="4088725"/>
                </a:moveTo>
                <a:cubicBezTo>
                  <a:pt x="1834038" y="4088725"/>
                  <a:pt x="1957331" y="4212018"/>
                  <a:pt x="1957331" y="4364107"/>
                </a:cubicBezTo>
                <a:cubicBezTo>
                  <a:pt x="1957331" y="4516196"/>
                  <a:pt x="1834038" y="4639489"/>
                  <a:pt x="1681949" y="4639489"/>
                </a:cubicBezTo>
                <a:cubicBezTo>
                  <a:pt x="1529860" y="4639489"/>
                  <a:pt x="1406567" y="4516196"/>
                  <a:pt x="1406567" y="4364107"/>
                </a:cubicBezTo>
                <a:cubicBezTo>
                  <a:pt x="1406567" y="4212018"/>
                  <a:pt x="1529860" y="4088725"/>
                  <a:pt x="1681949" y="4088725"/>
                </a:cubicBezTo>
                <a:close/>
                <a:moveTo>
                  <a:pt x="1693411" y="509182"/>
                </a:moveTo>
                <a:cubicBezTo>
                  <a:pt x="1845500" y="509182"/>
                  <a:pt x="1968793" y="632475"/>
                  <a:pt x="1968793" y="784564"/>
                </a:cubicBezTo>
                <a:cubicBezTo>
                  <a:pt x="1968793" y="936653"/>
                  <a:pt x="1845500" y="1059946"/>
                  <a:pt x="1693411" y="1059946"/>
                </a:cubicBezTo>
                <a:cubicBezTo>
                  <a:pt x="1541322" y="1059946"/>
                  <a:pt x="1418029" y="936653"/>
                  <a:pt x="1418029" y="784564"/>
                </a:cubicBezTo>
                <a:cubicBezTo>
                  <a:pt x="1418029" y="632475"/>
                  <a:pt x="1541322" y="509182"/>
                  <a:pt x="1693411" y="509182"/>
                </a:cubicBezTo>
                <a:close/>
                <a:moveTo>
                  <a:pt x="3016437" y="478512"/>
                </a:moveTo>
                <a:cubicBezTo>
                  <a:pt x="3052905" y="476034"/>
                  <a:pt x="3089701" y="476075"/>
                  <a:pt x="3126794" y="478680"/>
                </a:cubicBezTo>
                <a:cubicBezTo>
                  <a:pt x="3225709" y="485628"/>
                  <a:pt x="3326735" y="510816"/>
                  <a:pt x="3429286" y="555125"/>
                </a:cubicBezTo>
                <a:cubicBezTo>
                  <a:pt x="3588377" y="623860"/>
                  <a:pt x="3726579" y="757508"/>
                  <a:pt x="3852460" y="883435"/>
                </a:cubicBezTo>
                <a:cubicBezTo>
                  <a:pt x="4189958" y="1221166"/>
                  <a:pt x="4581366" y="1207328"/>
                  <a:pt x="4939713" y="1000031"/>
                </a:cubicBezTo>
                <a:cubicBezTo>
                  <a:pt x="5194103" y="852348"/>
                  <a:pt x="5433141" y="675268"/>
                  <a:pt x="5697634" y="549718"/>
                </a:cubicBezTo>
                <a:lnTo>
                  <a:pt x="5783254" y="513561"/>
                </a:lnTo>
                <a:lnTo>
                  <a:pt x="5783254" y="4871711"/>
                </a:lnTo>
                <a:lnTo>
                  <a:pt x="5743328" y="4864473"/>
                </a:lnTo>
                <a:cubicBezTo>
                  <a:pt x="5605918" y="4834320"/>
                  <a:pt x="5469797" y="4789559"/>
                  <a:pt x="5333250" y="4737862"/>
                </a:cubicBezTo>
                <a:cubicBezTo>
                  <a:pt x="5018374" y="4618749"/>
                  <a:pt x="4676802" y="4500296"/>
                  <a:pt x="4354677" y="4623045"/>
                </a:cubicBezTo>
                <a:cubicBezTo>
                  <a:pt x="4093969" y="4722577"/>
                  <a:pt x="3874992" y="4932580"/>
                  <a:pt x="3639124" y="5095915"/>
                </a:cubicBezTo>
                <a:cubicBezTo>
                  <a:pt x="3490411" y="5199039"/>
                  <a:pt x="3351637" y="5318395"/>
                  <a:pt x="3196098" y="5409413"/>
                </a:cubicBezTo>
                <a:cubicBezTo>
                  <a:pt x="2798576" y="5642084"/>
                  <a:pt x="2315054" y="5309217"/>
                  <a:pt x="2216541" y="5005202"/>
                </a:cubicBezTo>
                <a:cubicBezTo>
                  <a:pt x="2172959" y="4870183"/>
                  <a:pt x="2182102" y="4711777"/>
                  <a:pt x="2195718" y="4566594"/>
                </a:cubicBezTo>
                <a:cubicBezTo>
                  <a:pt x="2235161" y="4141667"/>
                  <a:pt x="1842961" y="3903370"/>
                  <a:pt x="1509426" y="3909896"/>
                </a:cubicBezTo>
                <a:cubicBezTo>
                  <a:pt x="539234" y="3931048"/>
                  <a:pt x="29168" y="3302144"/>
                  <a:pt x="354" y="2455296"/>
                </a:cubicBezTo>
                <a:cubicBezTo>
                  <a:pt x="-4549" y="2310187"/>
                  <a:pt x="42804" y="2163767"/>
                  <a:pt x="65932" y="2017226"/>
                </a:cubicBezTo>
                <a:cubicBezTo>
                  <a:pt x="138904" y="1706535"/>
                  <a:pt x="262471" y="1430265"/>
                  <a:pt x="548743" y="1259879"/>
                </a:cubicBezTo>
                <a:cubicBezTo>
                  <a:pt x="731311" y="1151231"/>
                  <a:pt x="929316" y="1141485"/>
                  <a:pt x="1139870" y="1171590"/>
                </a:cubicBezTo>
                <a:cubicBezTo>
                  <a:pt x="1368879" y="1204173"/>
                  <a:pt x="1602397" y="1224911"/>
                  <a:pt x="1832320" y="1214571"/>
                </a:cubicBezTo>
                <a:cubicBezTo>
                  <a:pt x="2045424" y="1204861"/>
                  <a:pt x="2179434" y="1036538"/>
                  <a:pt x="2309408" y="884812"/>
                </a:cubicBezTo>
                <a:cubicBezTo>
                  <a:pt x="2521947" y="636609"/>
                  <a:pt x="2761159" y="495859"/>
                  <a:pt x="3016437" y="478512"/>
                </a:cubicBezTo>
                <a:close/>
                <a:moveTo>
                  <a:pt x="4470143" y="0"/>
                </a:moveTo>
                <a:cubicBezTo>
                  <a:pt x="4685857" y="0"/>
                  <a:pt x="4860728" y="174871"/>
                  <a:pt x="4860728" y="390585"/>
                </a:cubicBezTo>
                <a:cubicBezTo>
                  <a:pt x="4860728" y="606299"/>
                  <a:pt x="4685857" y="781170"/>
                  <a:pt x="4470143" y="781170"/>
                </a:cubicBezTo>
                <a:cubicBezTo>
                  <a:pt x="4254429" y="781170"/>
                  <a:pt x="4079558" y="606299"/>
                  <a:pt x="4079558" y="390585"/>
                </a:cubicBezTo>
                <a:cubicBezTo>
                  <a:pt x="4079558" y="174871"/>
                  <a:pt x="4254429" y="0"/>
                  <a:pt x="447014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154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F170DC9-1C5E-6005-7BED-6E953D18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446390"/>
          </a:xfrm>
        </p:spPr>
        <p:txBody>
          <a:bodyPr>
            <a:normAutofit/>
          </a:bodyPr>
          <a:lstStyle/>
          <a:p>
            <a:r>
              <a:rPr lang="en-GB" b="1" dirty="0"/>
              <a:t>Naive Bayes </a:t>
            </a:r>
            <a:r>
              <a:rPr lang="en-GB" b="1" dirty="0" err="1"/>
              <a:t>Algoritmasının</a:t>
            </a:r>
            <a:r>
              <a:rPr lang="en-GB" b="1" dirty="0"/>
              <a:t> </a:t>
            </a:r>
            <a:r>
              <a:rPr lang="en-GB" b="1" dirty="0" err="1"/>
              <a:t>Türleri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9B257D5D-336D-F619-07D9-1F023C882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014657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04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56CD9A1-A01D-59CD-2C51-318B1BBB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752" y="552782"/>
            <a:ext cx="5919373" cy="1611920"/>
          </a:xfrm>
        </p:spPr>
        <p:txBody>
          <a:bodyPr>
            <a:normAutofit/>
          </a:bodyPr>
          <a:lstStyle/>
          <a:p>
            <a:r>
              <a:rPr lang="tr-TR"/>
              <a:t>Avantajları ve Dezavantajları</a:t>
            </a:r>
            <a:endParaRPr lang="en-GB" dirty="0"/>
          </a:p>
        </p:txBody>
      </p:sp>
      <p:pic>
        <p:nvPicPr>
          <p:cNvPr id="37" name="Picture 26" descr="Hesap makinesi tuş takımının yakından görünümü">
            <a:extLst>
              <a:ext uri="{FF2B5EF4-FFF2-40B4-BE49-F238E27FC236}">
                <a16:creationId xmlns:a16="http://schemas.microsoft.com/office/drawing/2014/main" id="{1F20C700-1EA6-75BC-62D3-B6047B99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99" r="25734" b="-1"/>
          <a:stretch/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764603-DC5E-1059-FEE4-A467A4A20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083" y="2391994"/>
            <a:ext cx="5904056" cy="3725341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b="1" dirty="0" err="1"/>
              <a:t>Avantajlar</a:t>
            </a:r>
            <a:r>
              <a:rPr lang="tr-TR" sz="1600" b="1" dirty="0"/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Hızlı</a:t>
            </a:r>
            <a:r>
              <a:rPr lang="en-GB" sz="1600" dirty="0"/>
              <a:t> </a:t>
            </a:r>
            <a:r>
              <a:rPr lang="en-GB" sz="1600" dirty="0" err="1"/>
              <a:t>ve</a:t>
            </a:r>
            <a:r>
              <a:rPr lang="en-GB" sz="1600" dirty="0"/>
              <a:t> </a:t>
            </a:r>
            <a:r>
              <a:rPr lang="en-GB" sz="1600" dirty="0" err="1"/>
              <a:t>kolay</a:t>
            </a:r>
            <a:r>
              <a:rPr lang="en-GB" sz="1600" dirty="0"/>
              <a:t> </a:t>
            </a:r>
            <a:r>
              <a:rPr lang="en-GB" sz="1600" dirty="0" err="1"/>
              <a:t>uygulanabilir</a:t>
            </a:r>
            <a:r>
              <a:rPr lang="en-GB" sz="1600" dirty="0"/>
              <a:t>.</a:t>
            </a:r>
            <a:endParaRPr lang="tr-TR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Büyük</a:t>
            </a:r>
            <a:r>
              <a:rPr lang="en-GB" sz="1600" dirty="0"/>
              <a:t> </a:t>
            </a:r>
            <a:r>
              <a:rPr lang="en-GB" sz="1600" dirty="0" err="1"/>
              <a:t>veri</a:t>
            </a:r>
            <a:r>
              <a:rPr lang="en-GB" sz="1600" dirty="0"/>
              <a:t> </a:t>
            </a:r>
            <a:r>
              <a:rPr lang="en-GB" sz="1600" dirty="0" err="1"/>
              <a:t>setlerinde</a:t>
            </a:r>
            <a:r>
              <a:rPr lang="en-GB" sz="1600" dirty="0"/>
              <a:t> </a:t>
            </a:r>
            <a:r>
              <a:rPr lang="en-GB" sz="1600" dirty="0" err="1"/>
              <a:t>etkili</a:t>
            </a:r>
            <a:r>
              <a:rPr lang="en-GB" sz="1600" dirty="0"/>
              <a:t> </a:t>
            </a:r>
            <a:r>
              <a:rPr lang="en-GB" sz="1600" dirty="0" err="1"/>
              <a:t>sonuçlar</a:t>
            </a:r>
            <a:r>
              <a:rPr lang="en-GB" sz="1600" dirty="0"/>
              <a:t> </a:t>
            </a:r>
            <a:r>
              <a:rPr lang="en-GB" sz="1600" dirty="0" err="1"/>
              <a:t>üretir</a:t>
            </a:r>
            <a:r>
              <a:rPr lang="en-GB" sz="1600" dirty="0"/>
              <a:t>.</a:t>
            </a:r>
            <a:endParaRPr lang="tr-TR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Küçük</a:t>
            </a:r>
            <a:r>
              <a:rPr lang="en-GB" sz="1600" dirty="0"/>
              <a:t> </a:t>
            </a:r>
            <a:r>
              <a:rPr lang="en-GB" sz="1600" dirty="0" err="1"/>
              <a:t>veri</a:t>
            </a:r>
            <a:r>
              <a:rPr lang="en-GB" sz="1600" dirty="0"/>
              <a:t> </a:t>
            </a:r>
            <a:r>
              <a:rPr lang="en-GB" sz="1600" dirty="0" err="1"/>
              <a:t>setlerinde</a:t>
            </a:r>
            <a:r>
              <a:rPr lang="en-GB" sz="1600" dirty="0"/>
              <a:t> bile </a:t>
            </a:r>
            <a:r>
              <a:rPr lang="en-GB" sz="1600" dirty="0" err="1"/>
              <a:t>genellikle</a:t>
            </a:r>
            <a:r>
              <a:rPr lang="en-GB" sz="1600" dirty="0"/>
              <a:t> iyi </a:t>
            </a:r>
            <a:r>
              <a:rPr lang="en-GB" sz="1600" dirty="0" err="1"/>
              <a:t>performans</a:t>
            </a:r>
            <a:r>
              <a:rPr lang="en-GB" sz="1600" dirty="0"/>
              <a:t> </a:t>
            </a:r>
            <a:r>
              <a:rPr lang="en-GB" sz="1600" dirty="0" err="1"/>
              <a:t>gösterir</a:t>
            </a:r>
            <a:r>
              <a:rPr lang="en-GB" sz="1600" dirty="0"/>
              <a:t>.</a:t>
            </a:r>
            <a:endParaRPr lang="tr-TR" sz="1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Hesaplama</a:t>
            </a:r>
            <a:r>
              <a:rPr lang="en-GB" sz="1600" dirty="0"/>
              <a:t> </a:t>
            </a:r>
            <a:r>
              <a:rPr lang="en-GB" sz="1600" dirty="0" err="1"/>
              <a:t>maliyeti</a:t>
            </a:r>
            <a:r>
              <a:rPr lang="en-GB" sz="1600" dirty="0"/>
              <a:t> </a:t>
            </a:r>
            <a:r>
              <a:rPr lang="en-GB" sz="1600" dirty="0" err="1"/>
              <a:t>düşüktür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GB" sz="1600" b="1" dirty="0" err="1"/>
              <a:t>Dezavantajlar</a:t>
            </a:r>
            <a:r>
              <a:rPr lang="en-GB" sz="1600" b="1" dirty="0"/>
              <a:t>: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 </a:t>
            </a:r>
            <a:r>
              <a:rPr lang="en-GB" sz="1600" dirty="0" err="1"/>
              <a:t>Özellik</a:t>
            </a:r>
            <a:r>
              <a:rPr lang="en-GB" sz="1600" dirty="0"/>
              <a:t> </a:t>
            </a:r>
            <a:r>
              <a:rPr lang="en-GB" sz="1600" dirty="0" err="1"/>
              <a:t>bağımsızlık</a:t>
            </a:r>
            <a:r>
              <a:rPr lang="en-GB" sz="1600" dirty="0"/>
              <a:t> </a:t>
            </a:r>
            <a:r>
              <a:rPr lang="en-GB" sz="1600" dirty="0" err="1"/>
              <a:t>varsayımı</a:t>
            </a:r>
            <a:r>
              <a:rPr lang="en-GB" sz="1600" dirty="0"/>
              <a:t> </a:t>
            </a:r>
            <a:r>
              <a:rPr lang="en-GB" sz="1600" dirty="0" err="1"/>
              <a:t>genellikle</a:t>
            </a:r>
            <a:r>
              <a:rPr lang="en-GB" sz="1600" dirty="0"/>
              <a:t> </a:t>
            </a:r>
            <a:r>
              <a:rPr lang="en-GB" sz="1600" dirty="0" err="1"/>
              <a:t>gerçek</a:t>
            </a:r>
            <a:r>
              <a:rPr lang="en-GB" sz="1600" dirty="0"/>
              <a:t> </a:t>
            </a:r>
            <a:r>
              <a:rPr lang="en-GB" sz="1600" dirty="0" err="1"/>
              <a:t>dünyada</a:t>
            </a:r>
            <a:r>
              <a:rPr lang="en-GB" sz="1600" dirty="0"/>
              <a:t> </a:t>
            </a:r>
            <a:r>
              <a:rPr lang="en-GB" sz="1600" dirty="0" err="1"/>
              <a:t>geçerli</a:t>
            </a:r>
            <a:r>
              <a:rPr lang="en-GB" sz="1600" dirty="0"/>
              <a:t> </a:t>
            </a:r>
            <a:r>
              <a:rPr lang="en-GB" sz="1600" dirty="0" err="1"/>
              <a:t>değildir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 err="1"/>
              <a:t>Özellikler</a:t>
            </a:r>
            <a:r>
              <a:rPr lang="en-GB" sz="1600" dirty="0"/>
              <a:t> </a:t>
            </a:r>
            <a:r>
              <a:rPr lang="en-GB" sz="1600" dirty="0" err="1"/>
              <a:t>arasında</a:t>
            </a:r>
            <a:r>
              <a:rPr lang="en-GB" sz="1600" dirty="0"/>
              <a:t> </a:t>
            </a:r>
            <a:r>
              <a:rPr lang="en-GB" sz="1600" dirty="0" err="1"/>
              <a:t>güçlü</a:t>
            </a:r>
            <a:r>
              <a:rPr lang="en-GB" sz="1600" dirty="0"/>
              <a:t> </a:t>
            </a:r>
            <a:r>
              <a:rPr lang="en-GB" sz="1600" dirty="0" err="1"/>
              <a:t>bir</a:t>
            </a:r>
            <a:r>
              <a:rPr lang="en-GB" sz="1600" dirty="0"/>
              <a:t> </a:t>
            </a:r>
            <a:r>
              <a:rPr lang="en-GB" sz="1600" dirty="0" err="1"/>
              <a:t>bağımlılık</a:t>
            </a:r>
            <a:r>
              <a:rPr lang="en-GB" sz="1600" dirty="0"/>
              <a:t> </a:t>
            </a:r>
            <a:r>
              <a:rPr lang="en-GB" sz="1600" dirty="0" err="1"/>
              <a:t>varsa</a:t>
            </a:r>
            <a:r>
              <a:rPr lang="en-GB" sz="1600" dirty="0"/>
              <a:t> </a:t>
            </a:r>
            <a:r>
              <a:rPr lang="en-GB" sz="1600" dirty="0" err="1"/>
              <a:t>doğruluk</a:t>
            </a:r>
            <a:r>
              <a:rPr lang="en-GB" sz="1600" dirty="0"/>
              <a:t> </a:t>
            </a:r>
            <a:r>
              <a:rPr lang="en-GB" sz="1600" dirty="0" err="1"/>
              <a:t>oranı</a:t>
            </a:r>
            <a:r>
              <a:rPr lang="en-GB" sz="1600" dirty="0"/>
              <a:t> </a:t>
            </a:r>
            <a:r>
              <a:rPr lang="en-GB" sz="1600" dirty="0" err="1"/>
              <a:t>düşebilir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 err="1"/>
              <a:t>Daha</a:t>
            </a:r>
            <a:r>
              <a:rPr lang="en-GB" sz="1600" dirty="0"/>
              <a:t> </a:t>
            </a:r>
            <a:r>
              <a:rPr lang="en-GB" sz="1600" dirty="0" err="1"/>
              <a:t>karmaşık</a:t>
            </a:r>
            <a:r>
              <a:rPr lang="en-GB" sz="1600" dirty="0"/>
              <a:t> </a:t>
            </a:r>
            <a:r>
              <a:rPr lang="en-GB" sz="1600" dirty="0" err="1"/>
              <a:t>sınıflandırma</a:t>
            </a:r>
            <a:r>
              <a:rPr lang="en-GB" sz="1600" dirty="0"/>
              <a:t> </a:t>
            </a:r>
            <a:r>
              <a:rPr lang="en-GB" sz="1600" dirty="0" err="1"/>
              <a:t>problemleri</a:t>
            </a:r>
            <a:r>
              <a:rPr lang="en-GB" sz="1600" dirty="0"/>
              <a:t> </a:t>
            </a:r>
            <a:r>
              <a:rPr lang="en-GB" sz="1600" dirty="0" err="1"/>
              <a:t>için</a:t>
            </a:r>
            <a:r>
              <a:rPr lang="en-GB" sz="1600" dirty="0"/>
              <a:t> </a:t>
            </a:r>
            <a:r>
              <a:rPr lang="en-GB" sz="1600" dirty="0" err="1"/>
              <a:t>sınırlı</a:t>
            </a:r>
            <a:r>
              <a:rPr lang="en-GB" sz="1600" dirty="0"/>
              <a:t> </a:t>
            </a:r>
            <a:r>
              <a:rPr lang="en-GB" sz="1600" dirty="0" err="1"/>
              <a:t>kalabilir</a:t>
            </a:r>
            <a:r>
              <a:rPr lang="en-GB" sz="1600" dirty="0"/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2644996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C9C484-2C12-4B1B-98D1-84696D246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9DC2263-C92B-446E-9CFA-02329CD8E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9475" y="1934904"/>
            <a:ext cx="7930101" cy="4923095"/>
          </a:xfrm>
          <a:custGeom>
            <a:avLst/>
            <a:gdLst>
              <a:gd name="connsiteX0" fmla="*/ 1412408 w 8831334"/>
              <a:gd name="connsiteY0" fmla="*/ 4231273 h 4923095"/>
              <a:gd name="connsiteX1" fmla="*/ 1480115 w 8831334"/>
              <a:gd name="connsiteY1" fmla="*/ 4255873 h 4923095"/>
              <a:gd name="connsiteX2" fmla="*/ 1555026 w 8831334"/>
              <a:gd name="connsiteY2" fmla="*/ 4493895 h 4923095"/>
              <a:gd name="connsiteX3" fmla="*/ 1315323 w 8831334"/>
              <a:gd name="connsiteY3" fmla="*/ 4546785 h 4923095"/>
              <a:gd name="connsiteX4" fmla="*/ 1240411 w 8831334"/>
              <a:gd name="connsiteY4" fmla="*/ 4308763 h 4923095"/>
              <a:gd name="connsiteX5" fmla="*/ 1344748 w 8831334"/>
              <a:gd name="connsiteY5" fmla="*/ 4233023 h 4923095"/>
              <a:gd name="connsiteX6" fmla="*/ 1412408 w 8831334"/>
              <a:gd name="connsiteY6" fmla="*/ 4231273 h 4923095"/>
              <a:gd name="connsiteX7" fmla="*/ 622613 w 8831334"/>
              <a:gd name="connsiteY7" fmla="*/ 3711323 h 4923095"/>
              <a:gd name="connsiteX8" fmla="*/ 726058 w 8831334"/>
              <a:gd name="connsiteY8" fmla="*/ 3713477 h 4923095"/>
              <a:gd name="connsiteX9" fmla="*/ 862930 w 8831334"/>
              <a:gd name="connsiteY9" fmla="*/ 3763207 h 4923095"/>
              <a:gd name="connsiteX10" fmla="*/ 1014368 w 8831334"/>
              <a:gd name="connsiteY10" fmla="*/ 4244384 h 4923095"/>
              <a:gd name="connsiteX11" fmla="*/ 529792 w 8831334"/>
              <a:gd name="connsiteY11" fmla="*/ 4351304 h 4923095"/>
              <a:gd name="connsiteX12" fmla="*/ 378355 w 8831334"/>
              <a:gd name="connsiteY12" fmla="*/ 3870127 h 4923095"/>
              <a:gd name="connsiteX13" fmla="*/ 622613 w 8831334"/>
              <a:gd name="connsiteY13" fmla="*/ 3711323 h 4923095"/>
              <a:gd name="connsiteX14" fmla="*/ 0 w 8831334"/>
              <a:gd name="connsiteY14" fmla="*/ 0 h 4923095"/>
              <a:gd name="connsiteX15" fmla="*/ 7345477 w 8831334"/>
              <a:gd name="connsiteY15" fmla="*/ 0 h 4923095"/>
              <a:gd name="connsiteX16" fmla="*/ 7330937 w 8831334"/>
              <a:gd name="connsiteY16" fmla="*/ 57909 h 4923095"/>
              <a:gd name="connsiteX17" fmla="*/ 7204045 w 8831334"/>
              <a:gd name="connsiteY17" fmla="*/ 525057 h 4923095"/>
              <a:gd name="connsiteX18" fmla="*/ 7423939 w 8831334"/>
              <a:gd name="connsiteY18" fmla="*/ 1259431 h 4923095"/>
              <a:gd name="connsiteX19" fmla="*/ 8123848 w 8831334"/>
              <a:gd name="connsiteY19" fmla="*/ 1829863 h 4923095"/>
              <a:gd name="connsiteX20" fmla="*/ 8304560 w 8831334"/>
              <a:gd name="connsiteY20" fmla="*/ 4410617 h 4923095"/>
              <a:gd name="connsiteX21" fmla="*/ 5824906 w 8831334"/>
              <a:gd name="connsiteY21" fmla="*/ 4582246 h 4923095"/>
              <a:gd name="connsiteX22" fmla="*/ 4814027 w 8831334"/>
              <a:gd name="connsiteY22" fmla="*/ 3900391 h 4923095"/>
              <a:gd name="connsiteX23" fmla="*/ 3389336 w 8831334"/>
              <a:gd name="connsiteY23" fmla="*/ 4033298 h 4923095"/>
              <a:gd name="connsiteX24" fmla="*/ 2844266 w 8831334"/>
              <a:gd name="connsiteY24" fmla="*/ 4497245 h 4923095"/>
              <a:gd name="connsiteX25" fmla="*/ 1361823 w 8831334"/>
              <a:gd name="connsiteY25" fmla="*/ 3978831 h 4923095"/>
              <a:gd name="connsiteX26" fmla="*/ 723961 w 8831334"/>
              <a:gd name="connsiteY26" fmla="*/ 3482165 h 4923095"/>
              <a:gd name="connsiteX27" fmla="*/ 41451 w 8831334"/>
              <a:gd name="connsiteY27" fmla="*/ 3495177 h 4923095"/>
              <a:gd name="connsiteX28" fmla="*/ 0 w 8831334"/>
              <a:gd name="connsiteY28" fmla="*/ 3499960 h 4923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831334" h="4923095">
                <a:moveTo>
                  <a:pt x="1412408" y="4231273"/>
                </a:moveTo>
                <a:cubicBezTo>
                  <a:pt x="1435398" y="4234988"/>
                  <a:pt x="1458395" y="4243092"/>
                  <a:pt x="1480115" y="4255873"/>
                </a:cubicBezTo>
                <a:cubicBezTo>
                  <a:pt x="1566994" y="4306997"/>
                  <a:pt x="1600533" y="4413563"/>
                  <a:pt x="1555026" y="4493895"/>
                </a:cubicBezTo>
                <a:cubicBezTo>
                  <a:pt x="1509520" y="4574228"/>
                  <a:pt x="1402201" y="4597907"/>
                  <a:pt x="1315323" y="4546785"/>
                </a:cubicBezTo>
                <a:cubicBezTo>
                  <a:pt x="1228444" y="4495662"/>
                  <a:pt x="1194905" y="4389095"/>
                  <a:pt x="1240411" y="4308763"/>
                </a:cubicBezTo>
                <a:cubicBezTo>
                  <a:pt x="1263164" y="4268597"/>
                  <a:pt x="1301371" y="4242593"/>
                  <a:pt x="1344748" y="4233023"/>
                </a:cubicBezTo>
                <a:cubicBezTo>
                  <a:pt x="1366437" y="4228237"/>
                  <a:pt x="1389419" y="4227559"/>
                  <a:pt x="1412408" y="4231273"/>
                </a:cubicBezTo>
                <a:close/>
                <a:moveTo>
                  <a:pt x="622613" y="3711323"/>
                </a:moveTo>
                <a:cubicBezTo>
                  <a:pt x="656354" y="3707209"/>
                  <a:pt x="691202" y="3707845"/>
                  <a:pt x="726058" y="3713477"/>
                </a:cubicBezTo>
                <a:cubicBezTo>
                  <a:pt x="772533" y="3720984"/>
                  <a:pt x="819023" y="3737370"/>
                  <a:pt x="862930" y="3763207"/>
                </a:cubicBezTo>
                <a:cubicBezTo>
                  <a:pt x="1038560" y="3866555"/>
                  <a:pt x="1106361" y="4081986"/>
                  <a:pt x="1014368" y="4244384"/>
                </a:cubicBezTo>
                <a:cubicBezTo>
                  <a:pt x="922373" y="4406782"/>
                  <a:pt x="705422" y="4454653"/>
                  <a:pt x="529792" y="4351304"/>
                </a:cubicBezTo>
                <a:cubicBezTo>
                  <a:pt x="354162" y="4247957"/>
                  <a:pt x="286361" y="4032525"/>
                  <a:pt x="378355" y="3870127"/>
                </a:cubicBezTo>
                <a:cubicBezTo>
                  <a:pt x="430102" y="3778778"/>
                  <a:pt x="521385" y="3723667"/>
                  <a:pt x="622613" y="3711323"/>
                </a:cubicBezTo>
                <a:close/>
                <a:moveTo>
                  <a:pt x="0" y="0"/>
                </a:moveTo>
                <a:lnTo>
                  <a:pt x="7345477" y="0"/>
                </a:lnTo>
                <a:lnTo>
                  <a:pt x="7330937" y="57909"/>
                </a:lnTo>
                <a:cubicBezTo>
                  <a:pt x="7288864" y="213626"/>
                  <a:pt x="7242961" y="368487"/>
                  <a:pt x="7204045" y="525057"/>
                </a:cubicBezTo>
                <a:cubicBezTo>
                  <a:pt x="7133676" y="809936"/>
                  <a:pt x="7207545" y="1073056"/>
                  <a:pt x="7423939" y="1259431"/>
                </a:cubicBezTo>
                <a:cubicBezTo>
                  <a:pt x="7652783" y="1456418"/>
                  <a:pt x="7881464" y="1655861"/>
                  <a:pt x="8123848" y="1829863"/>
                </a:cubicBezTo>
                <a:cubicBezTo>
                  <a:pt x="9170527" y="2581053"/>
                  <a:pt x="8902406" y="3889765"/>
                  <a:pt x="8304560" y="4410617"/>
                </a:cubicBezTo>
                <a:cubicBezTo>
                  <a:pt x="7554009" y="5063887"/>
                  <a:pt x="6697479" y="5060469"/>
                  <a:pt x="5824906" y="4582246"/>
                </a:cubicBezTo>
                <a:cubicBezTo>
                  <a:pt x="5473190" y="4390333"/>
                  <a:pt x="5153204" y="4124206"/>
                  <a:pt x="4814027" y="3900391"/>
                </a:cubicBezTo>
                <a:cubicBezTo>
                  <a:pt x="4336267" y="3586184"/>
                  <a:pt x="3821519" y="3552717"/>
                  <a:pt x="3389336" y="4033298"/>
                </a:cubicBezTo>
                <a:cubicBezTo>
                  <a:pt x="3228138" y="4212489"/>
                  <a:pt x="3051008" y="4402509"/>
                  <a:pt x="2844266" y="4497245"/>
                </a:cubicBezTo>
                <a:cubicBezTo>
                  <a:pt x="2311195" y="4741524"/>
                  <a:pt x="1799982" y="4540883"/>
                  <a:pt x="1361823" y="3978831"/>
                </a:cubicBezTo>
                <a:cubicBezTo>
                  <a:pt x="1185983" y="3753353"/>
                  <a:pt x="1004288" y="3503556"/>
                  <a:pt x="723961" y="3482165"/>
                </a:cubicBezTo>
                <a:cubicBezTo>
                  <a:pt x="497125" y="3465003"/>
                  <a:pt x="268214" y="3473242"/>
                  <a:pt x="41451" y="3495177"/>
                </a:cubicBezTo>
                <a:lnTo>
                  <a:pt x="0" y="34999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8882C83-0FEB-A8EC-1F87-4109C6C1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10387054" cy="1625875"/>
          </a:xfrm>
        </p:spPr>
        <p:txBody>
          <a:bodyPr>
            <a:normAutofit/>
          </a:bodyPr>
          <a:lstStyle/>
          <a:p>
            <a:r>
              <a:rPr lang="en-GB" b="1"/>
              <a:t>Uygulama Alanları</a:t>
            </a:r>
            <a:br>
              <a:rPr lang="en-GB" b="1"/>
            </a:br>
            <a:endParaRPr lang="en-GB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A7AF79-EE09-A757-2D5E-0F51B4837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195" y="2695491"/>
            <a:ext cx="6456458" cy="3524334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tr-TR" sz="1600" b="1" dirty="0"/>
              <a:t>    E-posta Spam Filtresi: </a:t>
            </a:r>
          </a:p>
          <a:p>
            <a:pPr marL="5715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Gelen</a:t>
            </a:r>
            <a:r>
              <a:rPr lang="en-GB" sz="1600" dirty="0"/>
              <a:t> e-</a:t>
            </a:r>
            <a:r>
              <a:rPr lang="en-GB" sz="1600" dirty="0" err="1"/>
              <a:t>postaları</a:t>
            </a:r>
            <a:r>
              <a:rPr lang="en-GB" sz="1600" dirty="0"/>
              <a:t> spam </a:t>
            </a:r>
            <a:r>
              <a:rPr lang="en-GB" sz="1600" dirty="0" err="1"/>
              <a:t>veya</a:t>
            </a:r>
            <a:r>
              <a:rPr lang="en-GB" sz="1600" dirty="0"/>
              <a:t> normal </a:t>
            </a:r>
            <a:r>
              <a:rPr lang="en-GB" sz="1600" dirty="0" err="1"/>
              <a:t>olarak</a:t>
            </a:r>
            <a:r>
              <a:rPr lang="en-GB" sz="1600" dirty="0"/>
              <a:t> </a:t>
            </a:r>
            <a:r>
              <a:rPr lang="en-GB" sz="1600" dirty="0" err="1"/>
              <a:t>etiketler</a:t>
            </a:r>
            <a:r>
              <a:rPr lang="en-GB" sz="1600" dirty="0"/>
              <a:t>.</a:t>
            </a:r>
            <a:endParaRPr lang="tr-TR" sz="1600" dirty="0"/>
          </a:p>
          <a:p>
            <a:pPr lvl="1">
              <a:lnSpc>
                <a:spcPct val="100000"/>
              </a:lnSpc>
            </a:pPr>
            <a:r>
              <a:rPr lang="en-GB" sz="1600" b="1" dirty="0" err="1"/>
              <a:t>Duygu</a:t>
            </a:r>
            <a:r>
              <a:rPr lang="en-GB" sz="1600" b="1" dirty="0"/>
              <a:t> </a:t>
            </a:r>
            <a:r>
              <a:rPr lang="en-GB" sz="1600" b="1" dirty="0" err="1"/>
              <a:t>Analizi</a:t>
            </a:r>
            <a:r>
              <a:rPr lang="en-GB" sz="1600" b="1" dirty="0"/>
              <a:t>:</a:t>
            </a:r>
            <a:endParaRPr lang="tr-TR" sz="1600" b="1" dirty="0"/>
          </a:p>
          <a:p>
            <a:pPr marL="5143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Sosyal</a:t>
            </a:r>
            <a:r>
              <a:rPr lang="en-GB" sz="1600" dirty="0"/>
              <a:t> </a:t>
            </a:r>
            <a:r>
              <a:rPr lang="en-GB" sz="1600" dirty="0" err="1"/>
              <a:t>medya</a:t>
            </a:r>
            <a:r>
              <a:rPr lang="en-GB" sz="1600" dirty="0"/>
              <a:t> </a:t>
            </a:r>
            <a:r>
              <a:rPr lang="en-GB" sz="1600" dirty="0" err="1"/>
              <a:t>veya</a:t>
            </a:r>
            <a:r>
              <a:rPr lang="en-GB" sz="1600" dirty="0"/>
              <a:t> </a:t>
            </a:r>
            <a:r>
              <a:rPr lang="en-GB" sz="1600" dirty="0" err="1"/>
              <a:t>müşteri</a:t>
            </a:r>
            <a:r>
              <a:rPr lang="en-GB" sz="1600" dirty="0"/>
              <a:t> </a:t>
            </a:r>
            <a:r>
              <a:rPr lang="en-GB" sz="1600" dirty="0" err="1"/>
              <a:t>yorumlarını</a:t>
            </a:r>
            <a:r>
              <a:rPr lang="en-GB" sz="1600" dirty="0"/>
              <a:t> </a:t>
            </a:r>
            <a:r>
              <a:rPr lang="en-GB" sz="1600" dirty="0" err="1"/>
              <a:t>pozitif</a:t>
            </a:r>
            <a:r>
              <a:rPr lang="en-GB" sz="1600" dirty="0"/>
              <a:t>, </a:t>
            </a:r>
            <a:r>
              <a:rPr lang="en-GB" sz="1600" dirty="0" err="1"/>
              <a:t>negatif</a:t>
            </a:r>
            <a:r>
              <a:rPr lang="en-GB" sz="1600" dirty="0"/>
              <a:t> </a:t>
            </a:r>
            <a:r>
              <a:rPr lang="en-GB" sz="1600" dirty="0" err="1"/>
              <a:t>veya</a:t>
            </a:r>
            <a:r>
              <a:rPr lang="en-GB" sz="1600" dirty="0"/>
              <a:t> </a:t>
            </a:r>
            <a:r>
              <a:rPr lang="en-GB" sz="1600" dirty="0" err="1"/>
              <a:t>nötr</a:t>
            </a:r>
            <a:r>
              <a:rPr lang="en-GB" sz="1600" dirty="0"/>
              <a:t> </a:t>
            </a:r>
            <a:r>
              <a:rPr lang="en-GB" sz="1600" dirty="0" err="1"/>
              <a:t>olarak</a:t>
            </a:r>
            <a:r>
              <a:rPr lang="en-GB" sz="1600" dirty="0"/>
              <a:t> </a:t>
            </a:r>
            <a:r>
              <a:rPr lang="en-GB" sz="1600" dirty="0" err="1"/>
              <a:t>sınıflandırır</a:t>
            </a:r>
            <a:r>
              <a:rPr lang="en-GB" sz="1600" dirty="0"/>
              <a:t>.</a:t>
            </a:r>
            <a:endParaRPr lang="tr-TR" sz="1600" dirty="0"/>
          </a:p>
          <a:p>
            <a:pPr lvl="1">
              <a:lnSpc>
                <a:spcPct val="100000"/>
              </a:lnSpc>
            </a:pPr>
            <a:r>
              <a:rPr lang="en-GB" sz="1600" b="1" dirty="0" err="1"/>
              <a:t>Tıbbi</a:t>
            </a:r>
            <a:r>
              <a:rPr lang="en-GB" sz="1600" b="1" dirty="0"/>
              <a:t> </a:t>
            </a:r>
            <a:r>
              <a:rPr lang="en-GB" sz="1600" b="1" dirty="0" err="1"/>
              <a:t>Teşhis</a:t>
            </a:r>
            <a:r>
              <a:rPr lang="en-GB" sz="1600" b="1" dirty="0"/>
              <a:t>:</a:t>
            </a:r>
            <a:r>
              <a:rPr lang="tr-TR" sz="1600" b="1" dirty="0"/>
              <a:t> </a:t>
            </a:r>
          </a:p>
          <a:p>
            <a:pPr marL="5143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Hastalıkların</a:t>
            </a:r>
            <a:r>
              <a:rPr lang="en-GB" sz="1600" dirty="0"/>
              <a:t> </a:t>
            </a:r>
            <a:r>
              <a:rPr lang="en-GB" sz="1600" dirty="0" err="1"/>
              <a:t>olasılıklı</a:t>
            </a:r>
            <a:r>
              <a:rPr lang="en-GB" sz="1600" dirty="0"/>
              <a:t> </a:t>
            </a:r>
            <a:r>
              <a:rPr lang="en-GB" sz="1600" dirty="0" err="1"/>
              <a:t>tahmini</a:t>
            </a:r>
            <a:r>
              <a:rPr lang="en-GB" sz="1600" dirty="0"/>
              <a:t> </a:t>
            </a:r>
            <a:r>
              <a:rPr lang="en-GB" sz="1600" dirty="0" err="1"/>
              <a:t>ve</a:t>
            </a:r>
            <a:r>
              <a:rPr lang="en-GB" sz="1600" dirty="0"/>
              <a:t> </a:t>
            </a:r>
            <a:r>
              <a:rPr lang="en-GB" sz="1600" dirty="0" err="1"/>
              <a:t>tanısında</a:t>
            </a:r>
            <a:r>
              <a:rPr lang="en-GB" sz="1600" dirty="0"/>
              <a:t> </a:t>
            </a:r>
            <a:r>
              <a:rPr lang="en-GB" sz="1600" dirty="0" err="1"/>
              <a:t>kullanılır</a:t>
            </a:r>
            <a:r>
              <a:rPr lang="en-GB" sz="1600" dirty="0"/>
              <a:t>.</a:t>
            </a:r>
            <a:endParaRPr lang="tr-TR" sz="1600" dirty="0"/>
          </a:p>
          <a:p>
            <a:pPr lvl="1">
              <a:lnSpc>
                <a:spcPct val="100000"/>
              </a:lnSpc>
            </a:pPr>
            <a:r>
              <a:rPr lang="en-GB" sz="1600" b="1" dirty="0" err="1"/>
              <a:t>Pazar</a:t>
            </a:r>
            <a:r>
              <a:rPr lang="en-GB" sz="1600" b="1" dirty="0"/>
              <a:t> </a:t>
            </a:r>
            <a:r>
              <a:rPr lang="en-GB" sz="1600" b="1" dirty="0" err="1"/>
              <a:t>Sepeti</a:t>
            </a:r>
            <a:r>
              <a:rPr lang="en-GB" sz="1600" b="1" dirty="0"/>
              <a:t> </a:t>
            </a:r>
            <a:r>
              <a:rPr lang="en-GB" sz="1600" b="1" dirty="0" err="1"/>
              <a:t>Analizi</a:t>
            </a:r>
            <a:r>
              <a:rPr lang="en-GB" sz="1600" b="1" dirty="0"/>
              <a:t>:</a:t>
            </a:r>
            <a:endParaRPr lang="en-GB" sz="1600" dirty="0"/>
          </a:p>
          <a:p>
            <a:pPr marL="5143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Alışveriş</a:t>
            </a:r>
            <a:r>
              <a:rPr lang="en-GB" sz="1600" dirty="0"/>
              <a:t> </a:t>
            </a:r>
            <a:r>
              <a:rPr lang="en-GB" sz="1600" dirty="0" err="1"/>
              <a:t>alışkanlıklarını</a:t>
            </a:r>
            <a:r>
              <a:rPr lang="en-GB" sz="1600" dirty="0"/>
              <a:t> </a:t>
            </a:r>
            <a:r>
              <a:rPr lang="en-GB" sz="1600" dirty="0" err="1"/>
              <a:t>analiz</a:t>
            </a:r>
            <a:r>
              <a:rPr lang="en-GB" sz="1600" dirty="0"/>
              <a:t> </a:t>
            </a:r>
            <a:r>
              <a:rPr lang="en-GB" sz="1600" dirty="0" err="1"/>
              <a:t>ederek</a:t>
            </a:r>
            <a:r>
              <a:rPr lang="en-GB" sz="1600" dirty="0"/>
              <a:t> </a:t>
            </a:r>
            <a:r>
              <a:rPr lang="en-GB" sz="1600" dirty="0" err="1"/>
              <a:t>kişiselleştirilmiş</a:t>
            </a:r>
            <a:r>
              <a:rPr lang="en-GB" sz="1600" dirty="0"/>
              <a:t> </a:t>
            </a:r>
            <a:r>
              <a:rPr lang="en-GB" sz="1600" dirty="0" err="1"/>
              <a:t>öneriler</a:t>
            </a:r>
            <a:r>
              <a:rPr lang="en-GB" sz="1600" dirty="0"/>
              <a:t> </a:t>
            </a:r>
            <a:r>
              <a:rPr lang="en-GB" sz="1600" dirty="0" err="1"/>
              <a:t>sunar</a:t>
            </a:r>
            <a:r>
              <a:rPr lang="en-GB" sz="1600" dirty="0"/>
              <a:t>.</a:t>
            </a:r>
            <a:endParaRPr lang="tr-TR" sz="1600" dirty="0"/>
          </a:p>
          <a:p>
            <a:pPr lvl="1">
              <a:lnSpc>
                <a:spcPct val="100000"/>
              </a:lnSpc>
            </a:pPr>
            <a:r>
              <a:rPr lang="en-GB" sz="1600" b="1" dirty="0" err="1"/>
              <a:t>Sınıflandırma</a:t>
            </a:r>
            <a:r>
              <a:rPr lang="en-GB" sz="1600" b="1" dirty="0"/>
              <a:t> </a:t>
            </a:r>
            <a:r>
              <a:rPr lang="en-GB" sz="1600" b="1" dirty="0" err="1"/>
              <a:t>Problemleri</a:t>
            </a:r>
            <a:r>
              <a:rPr lang="en-GB" sz="1600" b="1" dirty="0"/>
              <a:t>:</a:t>
            </a:r>
            <a:endParaRPr lang="tr-TR" sz="1600" b="1" dirty="0"/>
          </a:p>
          <a:p>
            <a:pPr marL="5143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600" dirty="0" err="1"/>
              <a:t>Kredi</a:t>
            </a:r>
            <a:r>
              <a:rPr lang="en-GB" sz="1600" dirty="0"/>
              <a:t> </a:t>
            </a:r>
            <a:r>
              <a:rPr lang="en-GB" sz="1600" dirty="0" err="1"/>
              <a:t>değerlendirme</a:t>
            </a:r>
            <a:r>
              <a:rPr lang="en-GB" sz="1600" dirty="0"/>
              <a:t>, </a:t>
            </a:r>
            <a:r>
              <a:rPr lang="en-GB" sz="1600" dirty="0" err="1"/>
              <a:t>kullanıcı</a:t>
            </a:r>
            <a:r>
              <a:rPr lang="en-GB" sz="1600" dirty="0"/>
              <a:t> </a:t>
            </a:r>
            <a:r>
              <a:rPr lang="en-GB" sz="1600" dirty="0" err="1"/>
              <a:t>davranış</a:t>
            </a:r>
            <a:r>
              <a:rPr lang="en-GB" sz="1600" dirty="0"/>
              <a:t> </a:t>
            </a:r>
            <a:r>
              <a:rPr lang="en-GB" sz="1600" dirty="0" err="1"/>
              <a:t>analizi</a:t>
            </a:r>
            <a:r>
              <a:rPr lang="en-GB" sz="1600" dirty="0"/>
              <a:t> </a:t>
            </a:r>
            <a:r>
              <a:rPr lang="en-GB" sz="1600" dirty="0" err="1"/>
              <a:t>ve</a:t>
            </a:r>
            <a:r>
              <a:rPr lang="en-GB" sz="1600" dirty="0"/>
              <a:t> </a:t>
            </a:r>
            <a:r>
              <a:rPr lang="en-GB" sz="1600" dirty="0" err="1"/>
              <a:t>daha</a:t>
            </a:r>
            <a:r>
              <a:rPr lang="en-GB" sz="1600" dirty="0"/>
              <a:t> </a:t>
            </a:r>
            <a:r>
              <a:rPr lang="en-GB" sz="1600" dirty="0" err="1"/>
              <a:t>fazlası</a:t>
            </a:r>
            <a:r>
              <a:rPr lang="en-GB" sz="1600" dirty="0"/>
              <a:t>.</a:t>
            </a:r>
          </a:p>
          <a:p>
            <a:pPr lvl="1">
              <a:lnSpc>
                <a:spcPct val="100000"/>
              </a:lnSpc>
            </a:pPr>
            <a:endParaRPr lang="en-GB" sz="1500" dirty="0"/>
          </a:p>
          <a:p>
            <a:pPr lvl="1">
              <a:lnSpc>
                <a:spcPct val="100000"/>
              </a:lnSpc>
            </a:pPr>
            <a:endParaRPr lang="tr-TR" sz="1500" dirty="0"/>
          </a:p>
          <a:p>
            <a:pPr marL="5715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5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500" dirty="0"/>
          </a:p>
        </p:txBody>
      </p:sp>
      <p:pic>
        <p:nvPicPr>
          <p:cNvPr id="5" name="Resim 4" descr="metin, diyagram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75C08CB8-70A6-EDF5-DBA9-EFF1E18ED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8" y="3566825"/>
            <a:ext cx="4450074" cy="22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6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58F429-1073-433F-9717-82F8E730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EA1BDE-165E-4C2F-9EC8-175132C00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3253060"/>
          </a:xfrm>
          <a:custGeom>
            <a:avLst/>
            <a:gdLst>
              <a:gd name="connsiteX0" fmla="*/ 8927594 w 12188952"/>
              <a:gd name="connsiteY0" fmla="*/ 2809493 h 3253060"/>
              <a:gd name="connsiteX1" fmla="*/ 9140086 w 12188952"/>
              <a:gd name="connsiteY1" fmla="*/ 2932121 h 3253060"/>
              <a:gd name="connsiteX2" fmla="*/ 9040501 w 12188952"/>
              <a:gd name="connsiteY2" fmla="*/ 3229737 h 3253060"/>
              <a:gd name="connsiteX3" fmla="*/ 8742936 w 12188952"/>
              <a:gd name="connsiteY3" fmla="*/ 3130008 h 3253060"/>
              <a:gd name="connsiteX4" fmla="*/ 8842520 w 12188952"/>
              <a:gd name="connsiteY4" fmla="*/ 2832393 h 3253060"/>
              <a:gd name="connsiteX5" fmla="*/ 8927594 w 12188952"/>
              <a:gd name="connsiteY5" fmla="*/ 2809493 h 3253060"/>
              <a:gd name="connsiteX6" fmla="*/ 9839594 w 12188952"/>
              <a:gd name="connsiteY6" fmla="*/ 2254502 h 3253060"/>
              <a:gd name="connsiteX7" fmla="*/ 10269162 w 12188952"/>
              <a:gd name="connsiteY7" fmla="*/ 2502404 h 3253060"/>
              <a:gd name="connsiteX8" fmla="*/ 10067848 w 12188952"/>
              <a:gd name="connsiteY8" fmla="*/ 3104051 h 3253060"/>
              <a:gd name="connsiteX9" fmla="*/ 9466298 w 12188952"/>
              <a:gd name="connsiteY9" fmla="*/ 2902445 h 3253060"/>
              <a:gd name="connsiteX10" fmla="*/ 9667612 w 12188952"/>
              <a:gd name="connsiteY10" fmla="*/ 2300797 h 3253060"/>
              <a:gd name="connsiteX11" fmla="*/ 9839594 w 12188952"/>
              <a:gd name="connsiteY11" fmla="*/ 2254502 h 3253060"/>
              <a:gd name="connsiteX12" fmla="*/ 0 w 12188952"/>
              <a:gd name="connsiteY12" fmla="*/ 0 h 3253060"/>
              <a:gd name="connsiteX13" fmla="*/ 12188952 w 12188952"/>
              <a:gd name="connsiteY13" fmla="*/ 0 h 3253060"/>
              <a:gd name="connsiteX14" fmla="*/ 12188952 w 12188952"/>
              <a:gd name="connsiteY14" fmla="*/ 1905650 h 3253060"/>
              <a:gd name="connsiteX15" fmla="*/ 12120967 w 12188952"/>
              <a:gd name="connsiteY15" fmla="*/ 1946472 h 3253060"/>
              <a:gd name="connsiteX16" fmla="*/ 11074409 w 12188952"/>
              <a:gd name="connsiteY16" fmla="*/ 2037484 h 3253060"/>
              <a:gd name="connsiteX17" fmla="*/ 9864198 w 12188952"/>
              <a:gd name="connsiteY17" fmla="*/ 1887351 h 3253060"/>
              <a:gd name="connsiteX18" fmla="*/ 8991754 w 12188952"/>
              <a:gd name="connsiteY18" fmla="*/ 2414137 h 3253060"/>
              <a:gd name="connsiteX19" fmla="*/ 6991607 w 12188952"/>
              <a:gd name="connsiteY19" fmla="*/ 2871396 h 3253060"/>
              <a:gd name="connsiteX20" fmla="*/ 6284486 w 12188952"/>
              <a:gd name="connsiteY20" fmla="*/ 2249958 h 3253060"/>
              <a:gd name="connsiteX21" fmla="*/ 4389548 w 12188952"/>
              <a:gd name="connsiteY21" fmla="*/ 1928103 h 3253060"/>
              <a:gd name="connsiteX22" fmla="*/ 3011452 w 12188952"/>
              <a:gd name="connsiteY22" fmla="*/ 2635981 h 3253060"/>
              <a:gd name="connsiteX23" fmla="*/ 83366 w 12188952"/>
              <a:gd name="connsiteY23" fmla="*/ 2439064 h 3253060"/>
              <a:gd name="connsiteX24" fmla="*/ 0 w 12188952"/>
              <a:gd name="connsiteY24" fmla="*/ 2378538 h 325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88952" h="3253060">
                <a:moveTo>
                  <a:pt x="8927594" y="2809493"/>
                </a:moveTo>
                <a:cubicBezTo>
                  <a:pt x="9013893" y="2804140"/>
                  <a:pt x="9099082" y="2849829"/>
                  <a:pt x="9140086" y="2932121"/>
                </a:cubicBezTo>
                <a:cubicBezTo>
                  <a:pt x="9194758" y="3041846"/>
                  <a:pt x="9150173" y="3175092"/>
                  <a:pt x="9040501" y="3229737"/>
                </a:cubicBezTo>
                <a:cubicBezTo>
                  <a:pt x="8930831" y="3284381"/>
                  <a:pt x="8797607" y="3239732"/>
                  <a:pt x="8742936" y="3130008"/>
                </a:cubicBezTo>
                <a:cubicBezTo>
                  <a:pt x="8688263" y="3020284"/>
                  <a:pt x="8732849" y="2887038"/>
                  <a:pt x="8842520" y="2832393"/>
                </a:cubicBezTo>
                <a:cubicBezTo>
                  <a:pt x="8869938" y="2818732"/>
                  <a:pt x="8898827" y="2811276"/>
                  <a:pt x="8927594" y="2809493"/>
                </a:cubicBezTo>
                <a:close/>
                <a:moveTo>
                  <a:pt x="9839594" y="2254502"/>
                </a:moveTo>
                <a:cubicBezTo>
                  <a:pt x="10014053" y="2243682"/>
                  <a:pt x="10186270" y="2336045"/>
                  <a:pt x="10269162" y="2502404"/>
                </a:cubicBezTo>
                <a:cubicBezTo>
                  <a:pt x="10379684" y="2724217"/>
                  <a:pt x="10289552" y="2993584"/>
                  <a:pt x="10067848" y="3104051"/>
                </a:cubicBezTo>
                <a:cubicBezTo>
                  <a:pt x="9846143" y="3214519"/>
                  <a:pt x="9576819" y="3124257"/>
                  <a:pt x="9466298" y="2902445"/>
                </a:cubicBezTo>
                <a:cubicBezTo>
                  <a:pt x="9355776" y="2680632"/>
                  <a:pt x="9445908" y="2411265"/>
                  <a:pt x="9667612" y="2300797"/>
                </a:cubicBezTo>
                <a:cubicBezTo>
                  <a:pt x="9723039" y="2273180"/>
                  <a:pt x="9781442" y="2258108"/>
                  <a:pt x="9839594" y="2254502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905650"/>
                </a:lnTo>
                <a:lnTo>
                  <a:pt x="12120967" y="1946472"/>
                </a:lnTo>
                <a:cubicBezTo>
                  <a:pt x="11788993" y="2117297"/>
                  <a:pt x="11440569" y="2113011"/>
                  <a:pt x="11074409" y="2037484"/>
                </a:cubicBezTo>
                <a:cubicBezTo>
                  <a:pt x="10676141" y="1955619"/>
                  <a:pt x="10268686" y="1894040"/>
                  <a:pt x="9864198" y="1887351"/>
                </a:cubicBezTo>
                <a:cubicBezTo>
                  <a:pt x="9489288" y="1881370"/>
                  <a:pt x="9236088" y="2162088"/>
                  <a:pt x="8991754" y="2414137"/>
                </a:cubicBezTo>
                <a:cubicBezTo>
                  <a:pt x="8382906" y="3042437"/>
                  <a:pt x="7692220" y="3226501"/>
                  <a:pt x="6991607" y="2871396"/>
                </a:cubicBezTo>
                <a:cubicBezTo>
                  <a:pt x="6719890" y="2733681"/>
                  <a:pt x="6491795" y="2484385"/>
                  <a:pt x="6284486" y="2249958"/>
                </a:cubicBezTo>
                <a:cubicBezTo>
                  <a:pt x="5728685" y="1621250"/>
                  <a:pt x="5040511" y="1603258"/>
                  <a:pt x="4389548" y="1928103"/>
                </a:cubicBezTo>
                <a:cubicBezTo>
                  <a:pt x="3927375" y="2159626"/>
                  <a:pt x="3488974" y="2444363"/>
                  <a:pt x="3011452" y="2635981"/>
                </a:cubicBezTo>
                <a:cubicBezTo>
                  <a:pt x="1974772" y="3054168"/>
                  <a:pt x="970194" y="3035245"/>
                  <a:pt x="83366" y="2439064"/>
                </a:cubicBezTo>
                <a:lnTo>
                  <a:pt x="0" y="2378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28F4E7C-EA8E-D015-07F1-77CFFF0D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tr-TR" dirty="0"/>
              <a:t>Basit örnek:</a:t>
            </a:r>
            <a:endParaRPr lang="en-GB" dirty="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04F465DB-96E8-4137-C5CD-4DF5E24A0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483845"/>
              </p:ext>
            </p:extLst>
          </p:nvPr>
        </p:nvGraphicFramePr>
        <p:xfrm>
          <a:off x="609600" y="2888978"/>
          <a:ext cx="10972800" cy="3253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68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50BEB6-4197-0962-BEF0-D80E772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68387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Bayes</a:t>
            </a:r>
            <a:r>
              <a:rPr lang="tr-TR" dirty="0"/>
              <a:t> ile Metin Sınıflandırma Projesi</a:t>
            </a:r>
            <a:endParaRPr lang="en-GB" dirty="0"/>
          </a:p>
        </p:txBody>
      </p:sp>
      <p:pic>
        <p:nvPicPr>
          <p:cNvPr id="5" name="İçerik Yer Tutucusu 4" descr="metin, ekran görüntüsü, el yazısı, yazı tipi içeren bir resim&#10;&#10;Açıklama otomatik olarak oluşturuldu">
            <a:extLst>
              <a:ext uri="{FF2B5EF4-FFF2-40B4-BE49-F238E27FC236}">
                <a16:creationId xmlns:a16="http://schemas.microsoft.com/office/drawing/2014/main" id="{6AC768ED-5CF0-E59F-6AD8-6D57A939E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6" y="1241659"/>
            <a:ext cx="9465183" cy="5375451"/>
          </a:xfrm>
        </p:spPr>
      </p:pic>
    </p:spTree>
    <p:extLst>
      <p:ext uri="{BB962C8B-B14F-4D97-AF65-F5344CB8AC3E}">
        <p14:creationId xmlns:p14="http://schemas.microsoft.com/office/powerpoint/2010/main" val="584654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C5D350-1F70-D96F-349C-B1D12E1E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722376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Bayes</a:t>
            </a:r>
            <a:r>
              <a:rPr lang="tr-TR" dirty="0"/>
              <a:t> ile Metin Sınıflandırma Projesi</a:t>
            </a:r>
            <a:endParaRPr lang="en-GB" dirty="0"/>
          </a:p>
        </p:txBody>
      </p:sp>
      <p:pic>
        <p:nvPicPr>
          <p:cNvPr id="5" name="İçerik Yer Tutucusu 4" descr="metin, ekran görüntüsü, el yazısı, sayı, numara içeren bir resim&#10;&#10;Açıklama otomatik olarak oluşturuldu">
            <a:extLst>
              <a:ext uri="{FF2B5EF4-FFF2-40B4-BE49-F238E27FC236}">
                <a16:creationId xmlns:a16="http://schemas.microsoft.com/office/drawing/2014/main" id="{0150FA45-2CFA-748D-4212-79D6D80AD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77" y="1409462"/>
            <a:ext cx="9500135" cy="5337847"/>
          </a:xfrm>
        </p:spPr>
      </p:pic>
    </p:spTree>
    <p:extLst>
      <p:ext uri="{BB962C8B-B14F-4D97-AF65-F5344CB8AC3E}">
        <p14:creationId xmlns:p14="http://schemas.microsoft.com/office/powerpoint/2010/main" val="679774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72149F-9078-D3B9-8BF1-D8B6C71F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731520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Bayes</a:t>
            </a:r>
            <a:r>
              <a:rPr lang="tr-TR" dirty="0"/>
              <a:t> ile Metin Sınıflandırma Projesi</a:t>
            </a:r>
            <a:endParaRPr lang="en-GB" dirty="0"/>
          </a:p>
        </p:txBody>
      </p:sp>
      <p:pic>
        <p:nvPicPr>
          <p:cNvPr id="5" name="İçerik Yer Tutucusu 4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471EFCD4-DA55-89E0-D69F-AF780CB85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42" y="1453414"/>
            <a:ext cx="9474045" cy="5197643"/>
          </a:xfrm>
        </p:spPr>
      </p:pic>
    </p:spTree>
    <p:extLst>
      <p:ext uri="{BB962C8B-B14F-4D97-AF65-F5344CB8AC3E}">
        <p14:creationId xmlns:p14="http://schemas.microsoft.com/office/powerpoint/2010/main" val="103826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255D19-2EB1-E875-D6BF-2E1F3524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799378"/>
          </a:xfrm>
        </p:spPr>
        <p:txBody>
          <a:bodyPr>
            <a:normAutofit/>
          </a:bodyPr>
          <a:lstStyle/>
          <a:p>
            <a:r>
              <a:rPr lang="tr-TR" dirty="0"/>
              <a:t>Kelime Çantası</a:t>
            </a:r>
            <a:endParaRPr lang="en-GB" dirty="0"/>
          </a:p>
        </p:txBody>
      </p:sp>
      <p:pic>
        <p:nvPicPr>
          <p:cNvPr id="5" name="İçerik Yer Tutucusu 4" descr="metin, el yazısı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8B810C29-D614-B818-C7FA-45A5CFAD2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71" y="1611722"/>
            <a:ext cx="8508583" cy="4891471"/>
          </a:xfrm>
        </p:spPr>
      </p:pic>
    </p:spTree>
    <p:extLst>
      <p:ext uri="{BB962C8B-B14F-4D97-AF65-F5344CB8AC3E}">
        <p14:creationId xmlns:p14="http://schemas.microsoft.com/office/powerpoint/2010/main" val="690733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EE60F2-E092-2ECD-861C-018BAA15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732001"/>
          </a:xfrm>
        </p:spPr>
        <p:txBody>
          <a:bodyPr>
            <a:normAutofit fontScale="90000"/>
          </a:bodyPr>
          <a:lstStyle/>
          <a:p>
            <a:r>
              <a:rPr lang="tr-TR" dirty="0"/>
              <a:t>Kelime Çantası Fonksiyonu</a:t>
            </a:r>
            <a:endParaRPr lang="en-GB" dirty="0"/>
          </a:p>
        </p:txBody>
      </p:sp>
      <p:pic>
        <p:nvPicPr>
          <p:cNvPr id="5" name="İçerik Yer Tutucusu 4" descr="metin, ekran görüntüsü, yazı tipi, sayı, numara içeren bir resim">
            <a:extLst>
              <a:ext uri="{FF2B5EF4-FFF2-40B4-BE49-F238E27FC236}">
                <a16:creationId xmlns:a16="http://schemas.microsoft.com/office/drawing/2014/main" id="{E4B0F2AF-F009-3626-A108-97D33E4C7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81" y="1501539"/>
            <a:ext cx="10530038" cy="5008761"/>
          </a:xfrm>
        </p:spPr>
      </p:pic>
    </p:spTree>
    <p:extLst>
      <p:ext uri="{BB962C8B-B14F-4D97-AF65-F5344CB8AC3E}">
        <p14:creationId xmlns:p14="http://schemas.microsoft.com/office/powerpoint/2010/main" val="3097608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B3E04C-371D-8BCE-F976-D3CDE4BB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741627"/>
          </a:xfrm>
        </p:spPr>
        <p:txBody>
          <a:bodyPr>
            <a:normAutofit fontScale="90000"/>
          </a:bodyPr>
          <a:lstStyle/>
          <a:p>
            <a:r>
              <a:rPr lang="tr-TR" dirty="0"/>
              <a:t>Kelime Çantası Fonksiyonu</a:t>
            </a:r>
            <a:endParaRPr lang="en-GB" dirty="0"/>
          </a:p>
        </p:txBody>
      </p:sp>
      <p:pic>
        <p:nvPicPr>
          <p:cNvPr id="5" name="İçerik Yer Tutucusu 4" descr="metin, ekran görüntüsü, yazı tipi, çizgi içeren bir resim&#10;&#10;Açıklama otomatik olarak oluşturuldu">
            <a:extLst>
              <a:ext uri="{FF2B5EF4-FFF2-40B4-BE49-F238E27FC236}">
                <a16:creationId xmlns:a16="http://schemas.microsoft.com/office/drawing/2014/main" id="{4ADAD883-C9B4-909D-D11C-51C3B15AA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1354591"/>
            <a:ext cx="10441858" cy="4945625"/>
          </a:xfrm>
        </p:spPr>
      </p:pic>
    </p:spTree>
    <p:extLst>
      <p:ext uri="{BB962C8B-B14F-4D97-AF65-F5344CB8AC3E}">
        <p14:creationId xmlns:p14="http://schemas.microsoft.com/office/powerpoint/2010/main" val="60537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69B0F8-56E1-D29F-CBA9-90B68450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850391"/>
          </a:xfrm>
        </p:spPr>
        <p:txBody>
          <a:bodyPr>
            <a:normAutofit/>
          </a:bodyPr>
          <a:lstStyle/>
          <a:p>
            <a:r>
              <a:rPr lang="tr-TR" dirty="0"/>
              <a:t>Çıktılar:</a:t>
            </a:r>
            <a:endParaRPr lang="en-GB" dirty="0"/>
          </a:p>
        </p:txBody>
      </p:sp>
      <p:pic>
        <p:nvPicPr>
          <p:cNvPr id="5" name="İçerik Yer Tutucusu 4" descr="metin, ekran görüntüsü, yazılım, web sayfası içeren bir resim&#10;&#10;Açıklama otomatik olarak oluşturuldu">
            <a:extLst>
              <a:ext uri="{FF2B5EF4-FFF2-40B4-BE49-F238E27FC236}">
                <a16:creationId xmlns:a16="http://schemas.microsoft.com/office/drawing/2014/main" id="{05049D38-FBE5-8C34-8E46-BF24AC17C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80" y="1490472"/>
            <a:ext cx="10812998" cy="4891905"/>
          </a:xfrm>
        </p:spPr>
      </p:pic>
    </p:spTree>
    <p:extLst>
      <p:ext uri="{BB962C8B-B14F-4D97-AF65-F5344CB8AC3E}">
        <p14:creationId xmlns:p14="http://schemas.microsoft.com/office/powerpoint/2010/main" val="452915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661B47-3D51-AFD9-896E-63B35A64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292608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pic>
        <p:nvPicPr>
          <p:cNvPr id="5" name="İçerik Yer Tutucusu 4" descr="metin, ekran görüntüsü, yazı tipi, doküman, belge içeren bir resim&#10;&#10;Açıklama otomatik olarak oluşturuldu">
            <a:extLst>
              <a:ext uri="{FF2B5EF4-FFF2-40B4-BE49-F238E27FC236}">
                <a16:creationId xmlns:a16="http://schemas.microsoft.com/office/drawing/2014/main" id="{284F9B54-2BBC-4F76-E2E1-728F0D808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33273"/>
            <a:ext cx="10825213" cy="5357902"/>
          </a:xfrm>
        </p:spPr>
      </p:pic>
    </p:spTree>
    <p:extLst>
      <p:ext uri="{BB962C8B-B14F-4D97-AF65-F5344CB8AC3E}">
        <p14:creationId xmlns:p14="http://schemas.microsoft.com/office/powerpoint/2010/main" val="3435815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D2CC2B-AA28-6C4B-7620-89AC13C7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654999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pic>
        <p:nvPicPr>
          <p:cNvPr id="5" name="İçerik Yer Tutucusu 4" descr="metin, yazılım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C8801112-755E-A5DA-7B75-AC85AEFD6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" b="26612"/>
          <a:stretch/>
        </p:blipFill>
        <p:spPr>
          <a:xfrm>
            <a:off x="609601" y="1554481"/>
            <a:ext cx="10811228" cy="4817735"/>
          </a:xfrm>
        </p:spPr>
      </p:pic>
    </p:spTree>
    <p:extLst>
      <p:ext uri="{BB962C8B-B14F-4D97-AF65-F5344CB8AC3E}">
        <p14:creationId xmlns:p14="http://schemas.microsoft.com/office/powerpoint/2010/main" val="398704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64E4A9-D8D0-4AE7-99BD-EFE51D6EB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D62F46-8DC3-4EDF-BDEF-27C439C6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AD84D1B-3074-7DDD-3E4E-3E414F88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458" y="552782"/>
            <a:ext cx="5125941" cy="1936746"/>
          </a:xfrm>
        </p:spPr>
        <p:txBody>
          <a:bodyPr>
            <a:normAutofit/>
          </a:bodyPr>
          <a:lstStyle/>
          <a:p>
            <a:r>
              <a:rPr lang="tr-TR" dirty="0"/>
              <a:t>Kaynakça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06BACB-5256-A85F-C90F-DDDD4069B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56458" y="2735229"/>
            <a:ext cx="5125941" cy="34845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Kitaplar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"Pattern Recognition and Machine Learning" - Christopher M. Bishop.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"Introduction to Machine Learning" - Ethem </a:t>
            </a:r>
            <a:r>
              <a:rPr kumimoji="0" lang="en-US" altLang="en-US" sz="11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Alpaydın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tr-TR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tr-TR" altLang="en-US" sz="1100" b="1">
                <a:latin typeface="Arial" panose="020B0604020202020204" pitchFamily="34" charset="0"/>
              </a:rPr>
              <a:t>Web Siteleri: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2"/>
              </a:rPr>
              <a:t>https://towardsdatascience.com/the-not-so-naive-bayes-b795eaa0f69b</a:t>
            </a:r>
            <a:endParaRPr kumimoji="0" lang="tr-TR" altLang="en-US" sz="11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3"/>
              </a:rPr>
              <a:t>https://ece-akdagli.medium.com/makine-%C3%B6%C4%9Frenmesinde-naive-bayes-y%C3%B6ntemi-98d28cfe46de</a:t>
            </a:r>
            <a:endParaRPr lang="tr-TR" altLang="en-US" sz="11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4"/>
              </a:rPr>
              <a:t>https://tr.wikipedia.org/wiki/Naive_Bayes_s%C4%B1n%C4%B1fland%C4%B1r%C4%B1c%C4%B1s%C4%B1</a:t>
            </a:r>
            <a:endParaRPr kumimoji="0" lang="tr-TR" altLang="en-US" sz="11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5"/>
              </a:rPr>
              <a:t>https://kodedu.com/2014/05/naive-bayes-siniflandirma-algoritmasi/</a:t>
            </a:r>
            <a:endParaRPr lang="tr-TR" altLang="en-US" sz="1100" b="1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hlinkClick r:id="rId6"/>
              </a:rPr>
              <a:t>https://medium.com/@ekrem.hatipoglu/machine-learning-classification-naive-bayes-part-11-4a10cd3452b4</a:t>
            </a:r>
            <a:endParaRPr kumimoji="0" lang="tr-TR" altLang="en-US" sz="11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1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Kitaplar">
            <a:extLst>
              <a:ext uri="{FF2B5EF4-FFF2-40B4-BE49-F238E27FC236}">
                <a16:creationId xmlns:a16="http://schemas.microsoft.com/office/drawing/2014/main" id="{6C064B4C-1B81-8809-AFEF-2A08E5D0FC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085847"/>
            <a:ext cx="4600913" cy="46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14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987</Words>
  <Application>Microsoft Office PowerPoint</Application>
  <PresentationFormat>Geniş ekran</PresentationFormat>
  <Paragraphs>89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6" baseType="lpstr">
      <vt:lpstr>Arial</vt:lpstr>
      <vt:lpstr>Avenir Next LT Pro</vt:lpstr>
      <vt:lpstr>Posterama</vt:lpstr>
      <vt:lpstr>source-serif-pro</vt:lpstr>
      <vt:lpstr>SplashVTI</vt:lpstr>
      <vt:lpstr>Naive Bayes Algoritması</vt:lpstr>
      <vt:lpstr>Naive Bayes Nedir?</vt:lpstr>
      <vt:lpstr>Naive Bayes Nedir?</vt:lpstr>
      <vt:lpstr>Kullanım Amacı Nedir?</vt:lpstr>
      <vt:lpstr>Teorik Arka Planı</vt:lpstr>
      <vt:lpstr>Teorik Arka Planı</vt:lpstr>
      <vt:lpstr>Teorik Arka Planı</vt:lpstr>
      <vt:lpstr>Naive Bayes Algoritmasının Türleri </vt:lpstr>
      <vt:lpstr>Avantajları ve Dezavantajları</vt:lpstr>
      <vt:lpstr>Uygulama Alanları </vt:lpstr>
      <vt:lpstr>Basit örnek:</vt:lpstr>
      <vt:lpstr>Naive Bayes ile Metin Sınıflandırma Projesi</vt:lpstr>
      <vt:lpstr>Naive Bayes ile Metin Sınıflandırma Projesi</vt:lpstr>
      <vt:lpstr>Naive Bayes ile Metin Sınıflandırma Projesi</vt:lpstr>
      <vt:lpstr>Kelime Çantası</vt:lpstr>
      <vt:lpstr>Kelime Çantası Fonksiyonu</vt:lpstr>
      <vt:lpstr>Kelime Çantası Fonksiyonu</vt:lpstr>
      <vt:lpstr>Çıktılar:</vt:lpstr>
      <vt:lpstr>PowerPoint Sunusu</vt:lpstr>
      <vt:lpstr>PowerPoint Sunusu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EMIRHAN DERMAN</dc:creator>
  <cp:lastModifiedBy>EMIRHAN DERMAN</cp:lastModifiedBy>
  <cp:revision>9</cp:revision>
  <dcterms:created xsi:type="dcterms:W3CDTF">2024-12-01T23:25:24Z</dcterms:created>
  <dcterms:modified xsi:type="dcterms:W3CDTF">2024-12-04T12:18:14Z</dcterms:modified>
</cp:coreProperties>
</file>